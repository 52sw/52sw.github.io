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76" r:id="rId4"/>
    <p:sldId id="277" r:id="rId5"/>
    <p:sldId id="262" r:id="rId6"/>
    <p:sldId id="263" r:id="rId7"/>
    <p:sldId id="264" r:id="rId8"/>
    <p:sldId id="278" r:id="rId9"/>
    <p:sldId id="279" r:id="rId10"/>
    <p:sldId id="281" r:id="rId11"/>
    <p:sldId id="280" r:id="rId12"/>
    <p:sldId id="267" r:id="rId13"/>
    <p:sldId id="283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104" d="100"/>
          <a:sy n="104" d="100"/>
        </p:scale>
        <p:origin x="80" y="2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8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D0126CFC-2115-2E11-D0CF-A0C381C9CC67}"/>
              </a:ext>
            </a:extLst>
          </p:cNvPr>
          <p:cNvSpPr txBox="1"/>
          <p:nvPr/>
        </p:nvSpPr>
        <p:spPr>
          <a:xfrm flipH="1">
            <a:off x="2204312" y="1764296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大巴扎机宝认卡</a:t>
            </a:r>
            <a:endParaRPr lang="en-US" altLang="zh-CN" sz="8000" dirty="0">
              <a:latin typeface="思源宋体 CN Medium" panose="02020500000000000000" pitchFamily="18" charset="-122"/>
              <a:ea typeface="思源宋体 CN Medium" panose="02020500000000000000" pitchFamily="18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7D1DC20-3328-CF52-C4B4-B6F194E8541A}"/>
              </a:ext>
            </a:extLst>
          </p:cNvPr>
          <p:cNvSpPr txBox="1"/>
          <p:nvPr/>
        </p:nvSpPr>
        <p:spPr>
          <a:xfrm>
            <a:off x="3233676" y="3770265"/>
            <a:ext cx="57246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5400" dirty="0">
                <a:latin typeface="思源宋体 CN Medium" panose="02020500000000000000" pitchFamily="18" charset="-122"/>
                <a:ea typeface="思源宋体 CN Medium" panose="02020500000000000000" pitchFamily="18" charset="-122"/>
              </a:rPr>
              <a:t>白银起小型（上）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32F87C3-6CA8-AEE3-CCED-BB1B67D73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4360" y="290769"/>
            <a:ext cx="8583280" cy="3337523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78C4DB9-A783-102F-17EC-A0C80D8FB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4360" y="3628292"/>
            <a:ext cx="8583280" cy="2915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94896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62116-36C5-0EDF-F3D2-E4F6152D5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32BEF58D-71A0-C81D-7117-BACA13B17F29}"/>
              </a:ext>
            </a:extLst>
          </p:cNvPr>
          <p:cNvSpPr txBox="1"/>
          <p:nvPr/>
        </p:nvSpPr>
        <p:spPr>
          <a:xfrm>
            <a:off x="4617753" y="200187"/>
            <a:ext cx="299312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数值好低数值好低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98782FB-C161-6A08-E2A4-F3AB836F75FD}"/>
              </a:ext>
            </a:extLst>
          </p:cNvPr>
          <p:cNvSpPr txBox="1"/>
          <p:nvPr/>
        </p:nvSpPr>
        <p:spPr>
          <a:xfrm>
            <a:off x="379918" y="4472498"/>
            <a:ext cx="17524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俗称键盘、</a:t>
            </a:r>
            <a:r>
              <a:rPr lang="en-US" altLang="zh-CN" dirty="0"/>
              <a:t>U</a:t>
            </a:r>
            <a:r>
              <a:rPr lang="zh-CN" altLang="en-US" dirty="0"/>
              <a:t>盘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FC09E5B-A8FF-E142-6711-3A924FC96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000" y="344020"/>
            <a:ext cx="3359323" cy="393085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7705A45-B84C-15BA-1390-AE2E5CAA9B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3568" y="901129"/>
            <a:ext cx="4918036" cy="276233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1942C2D-09EA-E16A-A05B-5D612352F7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51604" y="901129"/>
            <a:ext cx="3035242" cy="2758081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21C202DF-365E-DA24-C216-2C352065A8F4}"/>
              </a:ext>
            </a:extLst>
          </p:cNvPr>
          <p:cNvSpPr txBox="1"/>
          <p:nvPr/>
        </p:nvSpPr>
        <p:spPr>
          <a:xfrm>
            <a:off x="4617753" y="3707216"/>
            <a:ext cx="3608680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生态位被毒射线抢占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缺基础毒的时候用一用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665364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915FA4-F150-9046-384A-34348E04D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EF59849A-FEFB-0A7A-7D2F-99E71AF9248E}"/>
              </a:ext>
            </a:extLst>
          </p:cNvPr>
          <p:cNvSpPr txBox="1"/>
          <p:nvPr/>
        </p:nvSpPr>
        <p:spPr>
          <a:xfrm>
            <a:off x="4649503" y="81689"/>
            <a:ext cx="3916457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为你的物品提供护盾成长</a:t>
            </a:r>
            <a:endParaRPr lang="en-US" altLang="zh-CN" sz="24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74A4A8-31CF-8204-D3CF-68CAC7887C54}"/>
              </a:ext>
            </a:extLst>
          </p:cNvPr>
          <p:cNvSpPr txBox="1"/>
          <p:nvPr/>
        </p:nvSpPr>
        <p:spPr>
          <a:xfrm>
            <a:off x="315441" y="4721164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俗称盾射线、黄射线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1A2D151-A9AB-A72F-ED76-6853BA79F4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9503" y="915421"/>
            <a:ext cx="6680543" cy="1333569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780F405F-8F8E-B98B-1270-486FD5A4F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351" y="372346"/>
            <a:ext cx="3295819" cy="4108661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559F5C01-59AB-8E14-8019-24F409180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2062" y="2426676"/>
            <a:ext cx="8045522" cy="183844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68452A6F-1A2E-FAF7-50EA-7D3EFCB40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88790" y="4369471"/>
            <a:ext cx="1787769" cy="2347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195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02279E7-A5CD-BDF2-CF43-A7E724F17AE7}"/>
              </a:ext>
            </a:extLst>
          </p:cNvPr>
          <p:cNvSpPr txBox="1"/>
          <p:nvPr/>
        </p:nvSpPr>
        <p:spPr>
          <a:xfrm>
            <a:off x="174275" y="417732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俗称雷达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5B48733-F582-F1EF-361E-A75F29E81186}"/>
              </a:ext>
            </a:extLst>
          </p:cNvPr>
          <p:cNvSpPr txBox="1"/>
          <p:nvPr/>
        </p:nvSpPr>
        <p:spPr>
          <a:xfrm>
            <a:off x="4637780" y="193431"/>
            <a:ext cx="3608680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廉价暴击来源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单格暴击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打机宝特别好用（</a:t>
            </a:r>
            <a:r>
              <a:rPr lang="en-US" altLang="zh-CN" sz="2400" dirty="0"/>
              <a:t>×</a:t>
            </a:r>
            <a:r>
              <a:rPr lang="zh-CN" altLang="en-US" sz="2400" dirty="0"/>
              <a:t>）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6A597A7-107D-26EE-FC11-05912B59C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304" y="318230"/>
            <a:ext cx="3314870" cy="357523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7295A97-D13F-E289-68C9-7B9C068AD2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6074" y="1990682"/>
            <a:ext cx="4193896" cy="102587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6A69AAA1-44E5-C14F-CB90-98396297C4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8601" y="1990682"/>
            <a:ext cx="4279017" cy="10258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913FF407-7EC3-7A15-D2A2-D0C7CEEB40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66074" y="3016554"/>
            <a:ext cx="5705500" cy="1160774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EAFB8379-C5E0-A7FC-2212-56AE3C0232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65457" y="4177328"/>
            <a:ext cx="4892035" cy="1236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555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296F9-386F-36BC-2452-4B114CD32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F84AAAA-70DA-2B66-C651-804239DD77F6}"/>
              </a:ext>
            </a:extLst>
          </p:cNvPr>
          <p:cNvSpPr txBox="1"/>
          <p:nvPr/>
        </p:nvSpPr>
        <p:spPr>
          <a:xfrm>
            <a:off x="4521037" y="208811"/>
            <a:ext cx="2685351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单科技两秒一充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多科技五秒多充</a:t>
            </a:r>
            <a:endParaRPr lang="en-US" altLang="zh-CN" sz="2400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E44C5004-3D8F-B6D3-FA42-D624994126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54" y="208811"/>
            <a:ext cx="3384724" cy="475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40507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F8D1A6-92C6-9CEF-0DA5-29757A412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BA7613E-EEE7-4883-FAE9-64BAA8FEC8A7}"/>
              </a:ext>
            </a:extLst>
          </p:cNvPr>
          <p:cNvSpPr txBox="1"/>
          <p:nvPr/>
        </p:nvSpPr>
        <p:spPr>
          <a:xfrm>
            <a:off x="4546926" y="246184"/>
            <a:ext cx="2069797" cy="11353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提供冰频率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很吃等级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58F7DB5D-023C-E02B-D745-32E4F686B2BF}"/>
              </a:ext>
            </a:extLst>
          </p:cNvPr>
          <p:cNvSpPr txBox="1"/>
          <p:nvPr/>
        </p:nvSpPr>
        <p:spPr>
          <a:xfrm>
            <a:off x="221668" y="4475772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俗称蓝虫、冰虫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278256-1BA1-037A-F2E1-25660683FC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274" y="437304"/>
            <a:ext cx="3295819" cy="3886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60C4925-E178-3FC5-413C-D46A5C565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015" y="177986"/>
            <a:ext cx="2184962" cy="176253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7C0901D-A231-DB79-7DDA-B27615DA28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44525"/>
          <a:stretch>
            <a:fillRect/>
          </a:stretch>
        </p:blipFill>
        <p:spPr>
          <a:xfrm>
            <a:off x="4138735" y="1500261"/>
            <a:ext cx="3914530" cy="1760486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39D18EDA-B840-783F-E7BD-AA4438AB8D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8735" y="3260747"/>
            <a:ext cx="4419111" cy="1121497"/>
          </a:xfrm>
          <a:prstGeom prst="rect">
            <a:avLst/>
          </a:prstGeom>
        </p:spPr>
      </p:pic>
      <p:pic>
        <p:nvPicPr>
          <p:cNvPr id="21" name="图片 20">
            <a:extLst>
              <a:ext uri="{FF2B5EF4-FFF2-40B4-BE49-F238E27FC236}">
                <a16:creationId xmlns:a16="http://schemas.microsoft.com/office/drawing/2014/main" id="{36DB9D70-8729-34E0-A80B-066B160A67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3265" y="2346505"/>
            <a:ext cx="4068397" cy="928926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69198D82-67C6-2F63-7927-7CDA00ECAC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38735" y="4323704"/>
            <a:ext cx="4774500" cy="1361988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F257CEAD-CF53-CF59-F82B-2025A1722F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7845" y="3260746"/>
            <a:ext cx="3531359" cy="1121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80315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C2B008-834B-5BB5-B109-1B4FE2981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6896AD5-CF50-7550-6435-3403D42C44C6}"/>
              </a:ext>
            </a:extLst>
          </p:cNvPr>
          <p:cNvSpPr txBox="1"/>
          <p:nvPr/>
        </p:nvSpPr>
        <p:spPr>
          <a:xfrm>
            <a:off x="4599436" y="205153"/>
            <a:ext cx="5254965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将火频率转化为伙伴频率</a:t>
            </a:r>
            <a:r>
              <a:rPr lang="en-US" altLang="zh-CN" sz="2400" dirty="0"/>
              <a:t>/</a:t>
            </a:r>
            <a:r>
              <a:rPr lang="zh-CN" altLang="en-US" sz="2400" dirty="0"/>
              <a:t>加速频率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C8E0F5B-1ADA-6985-9D00-D6E939FFB167}"/>
              </a:ext>
            </a:extLst>
          </p:cNvPr>
          <p:cNvSpPr txBox="1"/>
          <p:nvPr/>
        </p:nvSpPr>
        <p:spPr>
          <a:xfrm>
            <a:off x="174763" y="478053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俗称黄虫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26BF375-5751-678A-4D9B-5EC3FF25D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572" y="205153"/>
            <a:ext cx="3340272" cy="448968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AE22FDA0-5040-648C-7D9E-3C1DCA486F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434" y="847420"/>
            <a:ext cx="5804198" cy="234962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B52690B-ACFD-8EB7-E68B-896D98B598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1299" y="3257996"/>
            <a:ext cx="4414840" cy="1351093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D4802C69-251B-6391-D491-77793777B9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6170" y="3252749"/>
            <a:ext cx="4015153" cy="1051923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F06D1CB-C824-38E5-02D7-5CB9612811F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61299" y="4609089"/>
            <a:ext cx="5918504" cy="93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530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1A5AD-48B7-E196-2B08-D41B93EDE2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71166622-9099-B517-F4AD-EE0C22631BA1}"/>
              </a:ext>
            </a:extLst>
          </p:cNvPr>
          <p:cNvSpPr txBox="1"/>
          <p:nvPr/>
        </p:nvSpPr>
        <p:spPr>
          <a:xfrm>
            <a:off x="3943188" y="243154"/>
            <a:ext cx="5562741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将火毒频率转为为伙伴频率</a:t>
            </a:r>
            <a:r>
              <a:rPr lang="en-US" altLang="zh-CN" sz="2400" dirty="0"/>
              <a:t>/</a:t>
            </a:r>
            <a:r>
              <a:rPr lang="zh-CN" altLang="en-US" sz="2400" dirty="0"/>
              <a:t>减速频率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28A600F-D2E2-C170-CA0E-CAB20DF1A100}"/>
              </a:ext>
            </a:extLst>
          </p:cNvPr>
          <p:cNvSpPr txBox="1"/>
          <p:nvPr/>
        </p:nvSpPr>
        <p:spPr>
          <a:xfrm>
            <a:off x="174763" y="4780539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俗称黑虫、蜘蛛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7CCE24E-CA91-D182-23FC-F5EA5CB49A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696" y="395554"/>
            <a:ext cx="3283119" cy="38864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12191CF-EA76-C10A-5122-1ED0B4265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6015" y="177986"/>
            <a:ext cx="2184962" cy="176253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30985254-0F68-6B09-10FF-3268FB8F0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6335" y="863076"/>
            <a:ext cx="4774500" cy="136198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1373EFC5-C0FA-1731-ECBD-2AAE4A6AEC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6335" y="2225064"/>
            <a:ext cx="5918504" cy="939848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D457BBA7-10B8-678A-17A6-D4A90F6E76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6335" y="3164912"/>
            <a:ext cx="5099312" cy="9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724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E6A5-59EE-4E44-0FCA-C7DD52132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文本框 26">
            <a:extLst>
              <a:ext uri="{FF2B5EF4-FFF2-40B4-BE49-F238E27FC236}">
                <a16:creationId xmlns:a16="http://schemas.microsoft.com/office/drawing/2014/main" id="{5FB7092D-825F-235C-FD02-36305DEA0580}"/>
              </a:ext>
            </a:extLst>
          </p:cNvPr>
          <p:cNvSpPr txBox="1"/>
          <p:nvPr/>
        </p:nvSpPr>
        <p:spPr>
          <a:xfrm>
            <a:off x="163040" y="4628139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俗称毒射线、绿射线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A001C6B-4070-B461-3701-0FFE88050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781" y="233058"/>
            <a:ext cx="3264068" cy="4108661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9E5EBFF-DDB1-7A41-9C65-D27BDBC70E26}"/>
              </a:ext>
            </a:extLst>
          </p:cNvPr>
          <p:cNvSpPr txBox="1"/>
          <p:nvPr/>
        </p:nvSpPr>
        <p:spPr>
          <a:xfrm>
            <a:off x="4649503" y="81689"/>
            <a:ext cx="3916457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为你的物品提供剧毒成长</a:t>
            </a:r>
            <a:endParaRPr lang="en-US" altLang="zh-CN" sz="24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97BAA56-6BB3-86F5-FEA0-3482661302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9407" y="754140"/>
            <a:ext cx="6102664" cy="172728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9C0171E8-9DA0-7E4F-E4E1-5966775FDC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9407" y="2481429"/>
            <a:ext cx="5099312" cy="958899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ECC5DCE3-E536-0E96-8A00-7B0D07ED38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9407" y="3429000"/>
            <a:ext cx="5607338" cy="1447874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F2792072-C6F6-73CE-D468-11BE711C23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9407" y="4865546"/>
            <a:ext cx="6134415" cy="95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733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2792C-E833-F931-2E3C-161A8CC87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727A353-929F-07D0-0FE0-BE1941445DBB}"/>
              </a:ext>
            </a:extLst>
          </p:cNvPr>
          <p:cNvSpPr txBox="1"/>
          <p:nvPr/>
        </p:nvSpPr>
        <p:spPr>
          <a:xfrm>
            <a:off x="4330049" y="216815"/>
            <a:ext cx="2069797" cy="1689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好牌多抓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提供冰频率</a:t>
            </a:r>
            <a:endParaRPr lang="en-US" altLang="zh-CN"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提供清火</a:t>
            </a:r>
            <a:endParaRPr lang="en-US" altLang="zh-CN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802C0E5-8E61-CEF8-3FDD-63D3D99F9619}"/>
              </a:ext>
            </a:extLst>
          </p:cNvPr>
          <p:cNvSpPr txBox="1"/>
          <p:nvPr/>
        </p:nvSpPr>
        <p:spPr>
          <a:xfrm>
            <a:off x="174763" y="4780539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俗称冰瓶子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4F1FD6C-EDA8-664F-96B9-9A616A9628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003" y="216815"/>
            <a:ext cx="3333921" cy="372129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7DBF9AFB-0F13-B591-8FE2-ABA2D8C61C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64550" y="100808"/>
            <a:ext cx="2902099" cy="233057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634C0C8-3CA7-F4B3-A524-4809AB1A73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7788" y="1966915"/>
            <a:ext cx="5222565" cy="119245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680EC1DB-07F8-A8CD-9396-8EBFECD013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7788" y="3159368"/>
            <a:ext cx="5222565" cy="131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566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53070-BD78-306E-6F5D-4E48E1FAC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FFF07233-DA78-AEA7-C891-A8C5DE83F5AA}"/>
              </a:ext>
            </a:extLst>
          </p:cNvPr>
          <p:cNvSpPr txBox="1"/>
          <p:nvPr/>
        </p:nvSpPr>
        <p:spPr>
          <a:xfrm>
            <a:off x="4649503" y="100128"/>
            <a:ext cx="4224233" cy="5813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/>
              <a:t>用来启动一些超级慢的大型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6C4F46-AB8F-81CE-AD4B-00914A3D9477}"/>
              </a:ext>
            </a:extLst>
          </p:cNvPr>
          <p:cNvSpPr txBox="1"/>
          <p:nvPr/>
        </p:nvSpPr>
        <p:spPr>
          <a:xfrm>
            <a:off x="286131" y="4494452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俗称大红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6CBA3DE-7CED-5ABE-A6B4-701249D7D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377" y="228454"/>
            <a:ext cx="3245017" cy="40832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7D460DF-6428-27DC-17F6-69228D367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4726" y="751976"/>
            <a:ext cx="8319706" cy="915167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F618487-03BB-A46D-0F19-C6B72F9BEF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4726" y="1762058"/>
            <a:ext cx="2127359" cy="50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93276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1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9979E7-E8F0-F6D3-F706-8F155556B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489FFFB-14A4-A6F9-3F08-944E1DC114E7}"/>
              </a:ext>
            </a:extLst>
          </p:cNvPr>
          <p:cNvSpPr txBox="1"/>
          <p:nvPr/>
        </p:nvSpPr>
        <p:spPr>
          <a:xfrm flipH="1">
            <a:off x="2204313" y="2767280"/>
            <a:ext cx="778337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思源宋体 CN Medium" panose="02020500000000000000" pitchFamily="18" charset="-122"/>
                <a:ea typeface="思源宋体 CN Medium" panose="02020500000000000000" pitchFamily="18" charset="-122"/>
                <a:cs typeface="+mn-cs"/>
              </a:rPr>
              <a:t>感谢观看</a:t>
            </a:r>
            <a:endParaRPr kumimoji="0" lang="en-US" altLang="zh-CN" sz="8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思源宋体 CN Medium" panose="02020500000000000000" pitchFamily="18" charset="-122"/>
              <a:ea typeface="思源宋体 CN Medium" panose="02020500000000000000" pitchFamily="18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86997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思源宋体">
      <a:majorFont>
        <a:latin typeface="思源宋体 Heavy"/>
        <a:ea typeface="思源宋体 Heavy"/>
        <a:cs typeface=""/>
      </a:majorFont>
      <a:minorFont>
        <a:latin typeface="思源宋体"/>
        <a:ea typeface="思源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994</TotalTime>
  <Words>154</Words>
  <Application>Microsoft Office PowerPoint</Application>
  <PresentationFormat>宽屏</PresentationFormat>
  <Paragraphs>30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9" baseType="lpstr">
      <vt:lpstr>思源宋体</vt:lpstr>
      <vt:lpstr>思源宋体 CN Medium</vt:lpstr>
      <vt:lpstr>思源宋体 Heavy</vt:lpstr>
      <vt:lpstr>Arial</vt:lpstr>
      <vt:lpstr>Wingdings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52SW</dc:creator>
  <cp:lastModifiedBy>SW 52</cp:lastModifiedBy>
  <cp:revision>9</cp:revision>
  <dcterms:created xsi:type="dcterms:W3CDTF">2025-07-23T00:59:00Z</dcterms:created>
  <dcterms:modified xsi:type="dcterms:W3CDTF">2026-05-28T15:37:47Z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53D98EA922644B478A13410A32A3BB50_13</vt:lpwstr>
  </property>
  <property fmtid="{D5CDD505-2E9C-101B-9397-08002B2CF9AE}" pid="3" name="KSOProductBuildVer">
    <vt:lpwstr>2052-12.1.0.21915</vt:lpwstr>
  </property>
</Properties>
</file>