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77" r:id="rId4"/>
    <p:sldId id="287" r:id="rId5"/>
    <p:sldId id="262" r:id="rId6"/>
    <p:sldId id="288" r:id="rId7"/>
    <p:sldId id="289" r:id="rId8"/>
    <p:sldId id="294" r:id="rId9"/>
    <p:sldId id="263" r:id="rId10"/>
    <p:sldId id="264" r:id="rId11"/>
    <p:sldId id="281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黄金起中型（下）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3703354" y="122866"/>
            <a:ext cx="4224233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将火频率转化为伤害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中速武器需要分运转和暴击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B08F26-9A68-AF16-3275-8F81E2DB78AD}"/>
              </a:ext>
            </a:extLst>
          </p:cNvPr>
          <p:cNvSpPr txBox="1"/>
          <p:nvPr/>
        </p:nvSpPr>
        <p:spPr>
          <a:xfrm>
            <a:off x="255298" y="4397498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俗称等离子枪、火枪</a:t>
            </a:r>
            <a:endParaRPr lang="en-US" altLang="zh-CN" dirty="0"/>
          </a:p>
          <a:p>
            <a:r>
              <a:rPr lang="zh-CN" altLang="en-US" dirty="0"/>
              <a:t>（注意与喷火枪区分）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8A068B-79F0-D7D9-69B5-F11C237F8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4" y="292934"/>
            <a:ext cx="3283119" cy="39118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7F28A7F-BD48-2D57-456B-BF3704F57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88" y="5123608"/>
            <a:ext cx="1941639" cy="15393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527198-4C84-C60D-626D-3B4D81790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411" y="1360302"/>
            <a:ext cx="5556536" cy="94619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4DF0DC5-5B5E-0CE4-BC08-1AA9AC8DA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411" y="2306501"/>
            <a:ext cx="6058211" cy="9652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E967255-304D-68FD-16C4-7EBD4569F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4215" y="122866"/>
            <a:ext cx="2420724" cy="191860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6E3866A-1E1E-CD70-1DEC-B7DA1E7C6A48}"/>
              </a:ext>
            </a:extLst>
          </p:cNvPr>
          <p:cNvSpPr txBox="1"/>
          <p:nvPr/>
        </p:nvSpPr>
        <p:spPr>
          <a:xfrm>
            <a:off x="3703354" y="3348533"/>
            <a:ext cx="3759133" cy="5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一些高频火附魔物品</a:t>
            </a:r>
            <a:endParaRPr lang="en-US" altLang="zh-CN" sz="24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02C8E69-9010-D0EF-073B-FDF5EA5C80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6961" y="3271751"/>
            <a:ext cx="5014507" cy="25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103041" y="116601"/>
            <a:ext cx="4532010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对策卡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提供摧毁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提供全体起飞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吃环境、吃对主流阵容的了解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46631" y="433147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俗称重力井、反重力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CA5A62-D2FF-DD74-EA43-E847BBA3D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1" y="291719"/>
            <a:ext cx="3308520" cy="38736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6732784-31F3-B1A2-B870-526C63FB5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147" y="2666961"/>
            <a:ext cx="4337273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6976-14F9-6834-CC90-BF0B12E6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B2698C9-E43D-591B-9AF3-3FF759DB67A9}"/>
              </a:ext>
            </a:extLst>
          </p:cNvPr>
          <p:cNvSpPr txBox="1"/>
          <p:nvPr/>
        </p:nvSpPr>
        <p:spPr>
          <a:xfrm>
            <a:off x="280271" y="414878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俗称充电桩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41DFC5-7306-7757-ABB1-0FB14C2EC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80" y="293229"/>
            <a:ext cx="3314870" cy="35752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AE08493-8DB4-BF48-15EE-737BDA50CCF7}"/>
              </a:ext>
            </a:extLst>
          </p:cNvPr>
          <p:cNvSpPr txBox="1"/>
          <p:nvPr/>
        </p:nvSpPr>
        <p:spPr>
          <a:xfrm>
            <a:off x="4103041" y="116601"/>
            <a:ext cx="3608680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为你的核心提供充能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可以同时充能多个核心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注意是非核心物品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434ACC5-34AD-6873-F68C-CEC85FC0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646" y="2743200"/>
            <a:ext cx="7899974" cy="16532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CC004FF-F755-1980-D6CA-77BEDC061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645" y="4396430"/>
            <a:ext cx="5089506" cy="113100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13AE61D-1243-1CA3-74CD-B57FF728A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645" y="1848649"/>
            <a:ext cx="7971189" cy="89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4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204117" y="42883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俗称屏障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3916772" y="30881"/>
            <a:ext cx="6378669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卡对面（需要对面不是科技）（看职业）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常见于科技套构筑（不然不是卡自己了吗）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968385-9FAA-F928-1633-04BA4E984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7" y="238512"/>
            <a:ext cx="3333921" cy="39308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6AF675-B03E-3E4F-107B-919F5AD62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831" y="1374412"/>
            <a:ext cx="7192108" cy="148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89B7-3F40-A6A6-C900-22C9ECBE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E633171-8B1F-102B-2B80-16C1F42D3A4B}"/>
              </a:ext>
            </a:extLst>
          </p:cNvPr>
          <p:cNvSpPr txBox="1"/>
          <p:nvPr/>
        </p:nvSpPr>
        <p:spPr>
          <a:xfrm>
            <a:off x="315441" y="4629431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俗称冰</a:t>
            </a:r>
            <a:r>
              <a:rPr lang="en-US" altLang="zh-CN" dirty="0"/>
              <a:t>9000</a:t>
            </a:r>
            <a:r>
              <a:rPr lang="zh-CN" altLang="en-US" dirty="0"/>
              <a:t>、</a:t>
            </a:r>
            <a:r>
              <a:rPr lang="en-US" altLang="zh-CN" dirty="0"/>
              <a:t>9000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2CEE56-2611-AC24-7B1F-B919D8424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1" y="260560"/>
            <a:ext cx="3283119" cy="40705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A1682A-2A1F-544C-87FC-FF6E73695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053" y="1389693"/>
            <a:ext cx="4533594" cy="8111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B49CE3F-1625-C9FF-7E6F-AB165A98D9DD}"/>
              </a:ext>
            </a:extLst>
          </p:cNvPr>
          <p:cNvSpPr txBox="1"/>
          <p:nvPr/>
        </p:nvSpPr>
        <p:spPr>
          <a:xfrm>
            <a:off x="3991672" y="52533"/>
            <a:ext cx="531850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将冰频率转化为输出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因为是</a:t>
            </a:r>
            <a:r>
              <a:rPr lang="en-US" altLang="zh-CN" sz="2400" dirty="0"/>
              <a:t>dot</a:t>
            </a:r>
            <a:r>
              <a:rPr lang="zh-CN" altLang="en-US" sz="2400" dirty="0"/>
              <a:t>所以需要一定的防御能力</a:t>
            </a:r>
            <a:endParaRPr lang="en-US" altLang="zh-CN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765D99F-C5E7-4DED-A87E-8213F975A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052" y="2152096"/>
            <a:ext cx="4751856" cy="134694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72CAC61-EF15-617B-B131-6F29EC22E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051" y="3418162"/>
            <a:ext cx="5163431" cy="9848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8FB8B14-4000-8EB0-B3CA-1DBEE186D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4054" y="4343863"/>
            <a:ext cx="5163430" cy="100186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A508098-8C69-19F9-9514-EC3E3C5538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0517"/>
          <a:stretch>
            <a:fillRect/>
          </a:stretch>
        </p:blipFill>
        <p:spPr>
          <a:xfrm>
            <a:off x="8131665" y="1524947"/>
            <a:ext cx="3825909" cy="117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EE5A-7DA3-F5B8-C40F-03983AB9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2511D14A-FCEB-0F4B-B58B-ACE79347C138}"/>
              </a:ext>
            </a:extLst>
          </p:cNvPr>
          <p:cNvSpPr txBox="1"/>
          <p:nvPr/>
        </p:nvSpPr>
        <p:spPr>
          <a:xfrm>
            <a:off x="271601" y="44576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俗称冰锤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9548C8-6A89-54F7-E467-00F1E83FA931}"/>
              </a:ext>
            </a:extLst>
          </p:cNvPr>
          <p:cNvSpPr txBox="1"/>
          <p:nvPr/>
        </p:nvSpPr>
        <p:spPr>
          <a:xfrm>
            <a:off x="3991672" y="52533"/>
            <a:ext cx="3300904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将冰频率转化为输出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暴击更关键</a:t>
            </a:r>
            <a:endParaRPr lang="en-US" altLang="zh-CN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C15989-E9A9-7281-E73E-00FE882C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672" y="1343305"/>
            <a:ext cx="5871869" cy="29289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EB5EEE9-DB91-602B-9D15-F9C75F3EA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93" y="224304"/>
            <a:ext cx="3308520" cy="4083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E4C66F-5A2B-C193-4801-F413100D7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145" y="119341"/>
            <a:ext cx="2876698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1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4CFE-FF5A-50CB-EB6C-205FA905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959FE72-3AFC-30BB-0C5C-AC8B47BD1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26" y="238274"/>
            <a:ext cx="2478936" cy="307349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D9CF3C6-1E17-7784-27B0-5AF417882EC3}"/>
              </a:ext>
            </a:extLst>
          </p:cNvPr>
          <p:cNvSpPr txBox="1"/>
          <p:nvPr/>
        </p:nvSpPr>
        <p:spPr>
          <a:xfrm>
            <a:off x="2942457" y="238274"/>
            <a:ext cx="2683748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是个伙伴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具有</a:t>
            </a:r>
            <a:r>
              <a:rPr lang="en-US" altLang="zh-CN" sz="2400" dirty="0"/>
              <a:t>1</a:t>
            </a:r>
            <a:r>
              <a:rPr lang="zh-CN" altLang="en-US" sz="2400" dirty="0"/>
              <a:t>秒</a:t>
            </a:r>
            <a:r>
              <a:rPr lang="en-US" altLang="zh-CN" sz="2400" dirty="0"/>
              <a:t>CD</a:t>
            </a:r>
            <a:r>
              <a:rPr lang="zh-CN" altLang="en-US" sz="2400" dirty="0"/>
              <a:t>优势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是个非武器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毒伤不怕盾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09D7ECF-19E8-22C4-F0E7-917D0DE19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019" y="238274"/>
            <a:ext cx="6070894" cy="70623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1E94FBC-9761-FA60-A9C3-25676E595959}"/>
              </a:ext>
            </a:extLst>
          </p:cNvPr>
          <p:cNvSpPr txBox="1"/>
          <p:nvPr/>
        </p:nvSpPr>
        <p:spPr>
          <a:xfrm>
            <a:off x="2942456" y="3667274"/>
            <a:ext cx="607089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吃暴击更优势，有成长性暴击更容易考虑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是个武器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出伤更快</a:t>
            </a:r>
            <a:endParaRPr lang="en-US" altLang="zh-CN" sz="2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A68987D-A8C2-6C2A-2055-A32C4994A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020" y="4276559"/>
            <a:ext cx="6070893" cy="7595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DEC889-CE58-34E3-4E50-13BA7C494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594" y="3550025"/>
            <a:ext cx="2487269" cy="306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6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162881" y="110536"/>
            <a:ext cx="2993127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朴实无华的过渡卡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很朴实无华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0444E0-6F4E-9852-46FB-3B3E3ECA430A}"/>
              </a:ext>
            </a:extLst>
          </p:cNvPr>
          <p:cNvSpPr txBox="1"/>
          <p:nvPr/>
        </p:nvSpPr>
        <p:spPr>
          <a:xfrm>
            <a:off x="357468" y="44427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俗称长枪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E09717-F180-C50F-4CD9-504721CE0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68" y="349150"/>
            <a:ext cx="3302170" cy="38736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D8A965D-90F4-C7AA-99A2-3A16B676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36" y="187330"/>
            <a:ext cx="2838596" cy="22734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4B82E0-DBF7-6192-9B15-BB45248BE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342" y="2670214"/>
            <a:ext cx="6733297" cy="8891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7CE3A38-6BDE-07B0-1463-69D20CE62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342" y="3559408"/>
            <a:ext cx="5321807" cy="8675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0A39AD-E8A3-77FC-3287-D04E8D6EA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3342" y="4426966"/>
            <a:ext cx="5831171" cy="89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083864" y="95277"/>
            <a:ext cx="206979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提供冰频率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辅助冻结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245236" y="470939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俗称空调、皮神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1C1288-AB27-66C2-2308-216300B68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97" y="336464"/>
            <a:ext cx="3276768" cy="41721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F21970-BDF8-762E-BE24-1A3C785D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018" y="1476347"/>
            <a:ext cx="5978874" cy="120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FB7092D-825F-235C-FD02-36305DEA0580}"/>
              </a:ext>
            </a:extLst>
          </p:cNvPr>
          <p:cNvSpPr txBox="1"/>
          <p:nvPr/>
        </p:nvSpPr>
        <p:spPr>
          <a:xfrm>
            <a:off x="373046" y="463829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俗称贝拉、贝神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04B38A-54A9-E305-B4F2-9645ECC2F3BF}"/>
              </a:ext>
            </a:extLst>
          </p:cNvPr>
          <p:cNvSpPr txBox="1"/>
          <p:nvPr/>
        </p:nvSpPr>
        <p:spPr>
          <a:xfrm>
            <a:off x="4011395" y="147286"/>
            <a:ext cx="4532010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将加速频率转化为成长和输出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8FE9B7-5940-2F41-D322-90C652B76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6" y="219436"/>
            <a:ext cx="3314870" cy="41975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B04624-C1A0-B354-8920-B6FA67D4C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395" y="935062"/>
            <a:ext cx="5831171" cy="8925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CE7BD7-552D-5B64-3A8A-1BD6A6B96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395" y="1827649"/>
            <a:ext cx="5304439" cy="15649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4F1A5C2-4ACC-6ABF-9030-73F42A284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395" y="3338686"/>
            <a:ext cx="5304439" cy="13305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1F28619-BEE6-F8F6-A4AC-4B3528766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1395" y="4669212"/>
            <a:ext cx="4709158" cy="120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5317</TotalTime>
  <Words>218</Words>
  <Application>Microsoft Office PowerPoint</Application>
  <PresentationFormat>宽屏</PresentationFormat>
  <Paragraphs>42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54</cp:revision>
  <dcterms:created xsi:type="dcterms:W3CDTF">2025-07-23T00:59:00Z</dcterms:created>
  <dcterms:modified xsi:type="dcterms:W3CDTF">2026-07-17T02:45:50Z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