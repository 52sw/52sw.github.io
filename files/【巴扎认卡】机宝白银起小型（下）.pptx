
<file path=[Content_Types].xml><?xml version="1.0" encoding="utf-8"?>
<Types xmlns="http://schemas.openxmlformats.org/package/2006/content-types">
  <Default Extension="jpeg" ContentType="image/jpeg"/>
  <Default Extension="jp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5" Type="http://schemas.openxmlformats.org/officeDocument/2006/relationships/custom-properties" Target="docProps/custom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>
  <p:sldMasterIdLst>
    <p:sldMasterId id="2147483648" r:id="rId1"/>
  </p:sldMasterIdLst>
  <p:sldIdLst>
    <p:sldId id="256" r:id="rId2"/>
    <p:sldId id="276" r:id="rId3"/>
    <p:sldId id="284" r:id="rId4"/>
    <p:sldId id="277" r:id="rId5"/>
    <p:sldId id="285" r:id="rId6"/>
    <p:sldId id="262" r:id="rId7"/>
    <p:sldId id="263" r:id="rId8"/>
    <p:sldId id="264" r:id="rId9"/>
    <p:sldId id="278" r:id="rId10"/>
    <p:sldId id="279" r:id="rId11"/>
    <p:sldId id="281" r:id="rId12"/>
    <p:sldId id="280" r:id="rId13"/>
    <p:sldId id="283" r:id="rId14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 userDrawn="1">
          <p15:clr>
            <a:srgbClr val="A4A3A4"/>
          </p15:clr>
        </p15:guide>
        <p15:guide id="2" pos="3840" userDrawn="1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981" autoAdjust="0"/>
    <p:restoredTop sz="94660"/>
  </p:normalViewPr>
  <p:slideViewPr>
    <p:cSldViewPr snapToGrid="0" showGuides="1">
      <p:cViewPr varScale="1">
        <p:scale>
          <a:sx n="104" d="100"/>
          <a:sy n="104" d="100"/>
        </p:scale>
        <p:origin x="80" y="208"/>
      </p:cViewPr>
      <p:guideLst>
        <p:guide orient="horz" pos="2160"/>
        <p:guide pos="3840"/>
      </p:guideLst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tableStyles" Target="tableStyle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theme" Target="theme/theme1.xml"/><Relationship Id="rId2" Type="http://schemas.openxmlformats.org/officeDocument/2006/relationships/slide" Target="slides/slide1.xml"/><Relationship Id="rId16" Type="http://schemas.openxmlformats.org/officeDocument/2006/relationships/viewProps" Target="viewProp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presProps" Target="presProps.xml"/><Relationship Id="rId10" Type="http://schemas.openxmlformats.org/officeDocument/2006/relationships/slide" Target="slides/slide9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3A1C593-65D0-4073-BCC9-577B9352EA97}" type="datetimeFigureOut">
              <a:rPr lang="en-US" smtClean="0"/>
              <a:t>5/29/2026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B618960-8005-486C-9A75-10CB2AAC16F9}" type="slidenum">
              <a:rPr lang="en-US" smtClean="0"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3A1C593-65D0-4073-BCC9-577B9352EA97}" type="datetimeFigureOut">
              <a:rPr lang="en-US" smtClean="0"/>
              <a:t>5/29/2026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B618960-8005-486C-9A75-10CB2AAC16F9}" type="slidenum">
              <a:rPr lang="en-US" smtClean="0"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3A1C593-65D0-4073-BCC9-577B9352EA97}" type="datetimeFigureOut">
              <a:rPr lang="en-US" smtClean="0"/>
              <a:t>5/29/2026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B618960-8005-486C-9A75-10CB2AAC16F9}" type="slidenum">
              <a:rPr lang="en-US" smtClean="0"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3A1C593-65D0-4073-BCC9-577B9352EA97}" type="datetimeFigureOut">
              <a:rPr lang="en-US" smtClean="0"/>
              <a:t>5/29/2026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B618960-8005-486C-9A75-10CB2AAC16F9}" type="slidenum">
              <a:rPr lang="en-US" smtClean="0"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3A1C593-65D0-4073-BCC9-577B9352EA97}" type="datetimeFigureOut">
              <a:rPr lang="en-US" smtClean="0"/>
              <a:t>5/29/2026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B618960-8005-486C-9A75-10CB2AAC16F9}" type="slidenum">
              <a:rPr lang="en-US" smtClean="0"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3A1C593-65D0-4073-BCC9-577B9352EA97}" type="datetimeFigureOut">
              <a:rPr lang="en-US" smtClean="0"/>
              <a:t>5/29/2026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B618960-8005-486C-9A75-10CB2AAC16F9}" type="slidenum">
              <a:rPr lang="en-US" smtClean="0"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3A1C593-65D0-4073-BCC9-577B9352EA97}" type="datetimeFigureOut">
              <a:rPr lang="en-US" smtClean="0"/>
              <a:t>5/29/2026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B618960-8005-486C-9A75-10CB2AAC16F9}" type="slidenum">
              <a:rPr lang="en-US" smtClean="0"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3A1C593-65D0-4073-BCC9-577B9352EA97}" type="datetimeFigureOut">
              <a:rPr lang="en-US" smtClean="0"/>
              <a:t>5/29/2026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B618960-8005-486C-9A75-10CB2AAC16F9}" type="slidenum">
              <a:rPr lang="en-US" smtClean="0"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3A1C593-65D0-4073-BCC9-577B9352EA97}" type="datetimeFigureOut">
              <a:rPr lang="en-US" smtClean="0"/>
              <a:t>5/29/2026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B618960-8005-486C-9A75-10CB2AAC16F9}" type="slidenum">
              <a:rPr lang="en-US" smtClean="0"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3A1C593-65D0-4073-BCC9-577B9352EA97}" type="datetimeFigureOut">
              <a:rPr lang="en-US" smtClean="0"/>
              <a:t>5/29/2026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B618960-8005-486C-9A75-10CB2AAC16F9}" type="slidenum">
              <a:rPr lang="en-US" smtClean="0"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3A1C593-65D0-4073-BCC9-577B9352EA97}" type="datetimeFigureOut">
              <a:rPr lang="en-US" smtClean="0"/>
              <a:t>5/29/2026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B618960-8005-486C-9A75-10CB2AAC16F9}" type="slidenum">
              <a:rPr lang="en-US" smtClean="0"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63A1C593-65D0-4073-BCC9-577B9352EA97}" type="datetimeFigureOut">
              <a:rPr lang="en-US" smtClean="0"/>
              <a:t>5/29/2026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9B618960-8005-486C-9A75-10CB2AAC16F9}" type="slidenum">
              <a:rPr lang="en-US" smtClean="0"/>
              <a:t>‹#›</a:t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g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7" Type="http://schemas.openxmlformats.org/officeDocument/2006/relationships/image" Target="../media/image7.png"/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6.png"/><Relationship Id="rId5" Type="http://schemas.openxmlformats.org/officeDocument/2006/relationships/image" Target="../media/image5.png"/><Relationship Id="rId4" Type="http://schemas.openxmlformats.org/officeDocument/2006/relationships/image" Target="../media/image4.png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png"/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7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10.png"/><Relationship Id="rId2" Type="http://schemas.openxmlformats.org/officeDocument/2006/relationships/image" Target="../media/image9.png"/><Relationship Id="rId1" Type="http://schemas.openxmlformats.org/officeDocument/2006/relationships/slideLayout" Target="../slideLayouts/slideLayout7.xml"/><Relationship Id="rId4" Type="http://schemas.openxmlformats.org/officeDocument/2006/relationships/image" Target="../media/image11.png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12.png"/><Relationship Id="rId2" Type="http://schemas.openxmlformats.org/officeDocument/2006/relationships/image" Target="../media/image11.png"/><Relationship Id="rId1" Type="http://schemas.openxmlformats.org/officeDocument/2006/relationships/slideLayout" Target="../slideLayouts/slideLayout7.xml"/><Relationship Id="rId4" Type="http://schemas.openxmlformats.org/officeDocument/2006/relationships/image" Target="../media/image13.png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15.png"/><Relationship Id="rId2" Type="http://schemas.openxmlformats.org/officeDocument/2006/relationships/image" Target="../media/image14.png"/><Relationship Id="rId1" Type="http://schemas.openxmlformats.org/officeDocument/2006/relationships/slideLayout" Target="../slideLayouts/slideLayout7.xml"/><Relationship Id="rId4" Type="http://schemas.openxmlformats.org/officeDocument/2006/relationships/image" Target="../media/image16.png"/></Relationships>
</file>

<file path=ppt/slides/_rels/slide7.xml.rels><?xml version="1.0" encoding="UTF-8" standalone="yes"?>
<Relationships xmlns="http://schemas.openxmlformats.org/package/2006/relationships"><Relationship Id="rId8" Type="http://schemas.openxmlformats.org/officeDocument/2006/relationships/image" Target="../media/image23.png"/><Relationship Id="rId3" Type="http://schemas.openxmlformats.org/officeDocument/2006/relationships/image" Target="../media/image18.png"/><Relationship Id="rId7" Type="http://schemas.openxmlformats.org/officeDocument/2006/relationships/image" Target="../media/image22.png"/><Relationship Id="rId2" Type="http://schemas.openxmlformats.org/officeDocument/2006/relationships/image" Target="../media/image17.png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21.png"/><Relationship Id="rId5" Type="http://schemas.openxmlformats.org/officeDocument/2006/relationships/image" Target="../media/image20.png"/><Relationship Id="rId4" Type="http://schemas.openxmlformats.org/officeDocument/2006/relationships/image" Target="../media/image19.png"/><Relationship Id="rId9" Type="http://schemas.openxmlformats.org/officeDocument/2006/relationships/image" Target="../media/image24.png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image" Target="../media/image25.png"/><Relationship Id="rId1" Type="http://schemas.openxmlformats.org/officeDocument/2006/relationships/slideLayout" Target="../slideLayouts/slideLayout7.xml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27.png"/><Relationship Id="rId2" Type="http://schemas.openxmlformats.org/officeDocument/2006/relationships/image" Target="../media/image26.png"/><Relationship Id="rId1" Type="http://schemas.openxmlformats.org/officeDocument/2006/relationships/slideLayout" Target="../slideLayouts/slideLayout7.xml"/><Relationship Id="rId5" Type="http://schemas.openxmlformats.org/officeDocument/2006/relationships/image" Target="../media/image29.png"/><Relationship Id="rId4" Type="http://schemas.openxmlformats.org/officeDocument/2006/relationships/image" Target="../media/image28.png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image" Target="../media/image30.png"/><Relationship Id="rId1" Type="http://schemas.openxmlformats.org/officeDocument/2006/relationships/slideLayout" Target="../slideLayouts/slideLayout7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image" Target="../media/image31.png"/><Relationship Id="rId1" Type="http://schemas.openxmlformats.org/officeDocument/2006/relationships/slideLayout" Target="../slideLayouts/slideLayout7.xml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image" Target="../media/image33.png"/><Relationship Id="rId2" Type="http://schemas.openxmlformats.org/officeDocument/2006/relationships/image" Target="../media/image32.png"/><Relationship Id="rId1" Type="http://schemas.openxmlformats.org/officeDocument/2006/relationships/slideLayout" Target="../slideLayouts/slideLayout7.xml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g"/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 dpi="0" rotWithShape="1">
          <a:blip r:embed="rId2">
            <a:alphaModFix amt="10000"/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文本框 3">
            <a:extLst>
              <a:ext uri="{FF2B5EF4-FFF2-40B4-BE49-F238E27FC236}">
                <a16:creationId xmlns:a16="http://schemas.microsoft.com/office/drawing/2014/main" id="{D0126CFC-2115-2E11-D0CF-A0C381C9CC67}"/>
              </a:ext>
            </a:extLst>
          </p:cNvPr>
          <p:cNvSpPr txBox="1"/>
          <p:nvPr/>
        </p:nvSpPr>
        <p:spPr>
          <a:xfrm flipH="1">
            <a:off x="2204312" y="1764296"/>
            <a:ext cx="7783373" cy="132343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zh-CN" altLang="en-US" sz="8000" dirty="0">
                <a:latin typeface="思源宋体 CN Medium" panose="02020500000000000000" pitchFamily="18" charset="-122"/>
                <a:ea typeface="思源宋体 CN Medium" panose="02020500000000000000" pitchFamily="18" charset="-122"/>
              </a:rPr>
              <a:t>大巴扎机宝认卡</a:t>
            </a:r>
            <a:endParaRPr lang="en-US" altLang="zh-CN" sz="8000" dirty="0">
              <a:latin typeface="思源宋体 CN Medium" panose="02020500000000000000" pitchFamily="18" charset="-122"/>
              <a:ea typeface="思源宋体 CN Medium" panose="02020500000000000000" pitchFamily="18" charset="-122"/>
            </a:endParaRPr>
          </a:p>
        </p:txBody>
      </p:sp>
      <p:sp>
        <p:nvSpPr>
          <p:cNvPr id="5" name="文本框 4">
            <a:extLst>
              <a:ext uri="{FF2B5EF4-FFF2-40B4-BE49-F238E27FC236}">
                <a16:creationId xmlns:a16="http://schemas.microsoft.com/office/drawing/2014/main" id="{97D1DC20-3328-CF52-C4B4-B6F194E8541A}"/>
              </a:ext>
            </a:extLst>
          </p:cNvPr>
          <p:cNvSpPr txBox="1"/>
          <p:nvPr/>
        </p:nvSpPr>
        <p:spPr>
          <a:xfrm>
            <a:off x="3233676" y="3770265"/>
            <a:ext cx="5724645" cy="92333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zh-CN" altLang="en-US" sz="5400" dirty="0">
                <a:latin typeface="思源宋体 CN Medium" panose="02020500000000000000" pitchFamily="18" charset="-122"/>
                <a:ea typeface="思源宋体 CN Medium" panose="02020500000000000000" pitchFamily="18" charset="-122"/>
              </a:rPr>
              <a:t>白银起小型（下）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B2C62116-36C5-0EDF-F3D2-E4F6152D502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文本框 5">
            <a:extLst>
              <a:ext uri="{FF2B5EF4-FFF2-40B4-BE49-F238E27FC236}">
                <a16:creationId xmlns:a16="http://schemas.microsoft.com/office/drawing/2014/main" id="{32BEF58D-71A0-C81D-7117-BACA13B17F29}"/>
              </a:ext>
            </a:extLst>
          </p:cNvPr>
          <p:cNvSpPr txBox="1"/>
          <p:nvPr/>
        </p:nvSpPr>
        <p:spPr>
          <a:xfrm>
            <a:off x="4617753" y="200187"/>
            <a:ext cx="2728055" cy="168930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marL="342900" indent="-342900">
              <a:lnSpc>
                <a:spcPct val="150000"/>
              </a:lnSpc>
              <a:buFont typeface="Wingdings" panose="05000000000000000000" pitchFamily="2" charset="2"/>
              <a:buChar char="l"/>
            </a:pPr>
            <a:r>
              <a:rPr lang="zh-CN" altLang="en-US" sz="2400" dirty="0"/>
              <a:t>开局起飞</a:t>
            </a:r>
            <a:endParaRPr lang="en-US" altLang="zh-CN" sz="2400" dirty="0"/>
          </a:p>
          <a:p>
            <a:pPr marL="342900" indent="-342900">
              <a:lnSpc>
                <a:spcPct val="150000"/>
              </a:lnSpc>
              <a:buFont typeface="Wingdings" panose="05000000000000000000" pitchFamily="2" charset="2"/>
              <a:buChar char="l"/>
            </a:pPr>
            <a:r>
              <a:rPr lang="zh-CN" altLang="en-US" sz="2400" dirty="0"/>
              <a:t>提供载具词条</a:t>
            </a:r>
            <a:endParaRPr lang="en-US" altLang="zh-CN" sz="2400" dirty="0"/>
          </a:p>
          <a:p>
            <a:pPr marL="342900" indent="-342900">
              <a:lnSpc>
                <a:spcPct val="150000"/>
              </a:lnSpc>
              <a:buFont typeface="Wingdings" panose="05000000000000000000" pitchFamily="2" charset="2"/>
              <a:buChar char="l"/>
            </a:pPr>
            <a:r>
              <a:rPr lang="zh-CN" altLang="en-US" sz="2400" dirty="0"/>
              <a:t>提供一定的</a:t>
            </a:r>
            <a:r>
              <a:rPr lang="en-US" altLang="zh-CN" sz="2400" dirty="0"/>
              <a:t>CDR</a:t>
            </a:r>
          </a:p>
        </p:txBody>
      </p:sp>
      <p:sp>
        <p:nvSpPr>
          <p:cNvPr id="9" name="文本框 8">
            <a:extLst>
              <a:ext uri="{FF2B5EF4-FFF2-40B4-BE49-F238E27FC236}">
                <a16:creationId xmlns:a16="http://schemas.microsoft.com/office/drawing/2014/main" id="{B98782FB-C161-6A08-E2A4-F3AB836F75FD}"/>
              </a:ext>
            </a:extLst>
          </p:cNvPr>
          <p:cNvSpPr txBox="1"/>
          <p:nvPr/>
        </p:nvSpPr>
        <p:spPr>
          <a:xfrm>
            <a:off x="379918" y="4472498"/>
            <a:ext cx="877163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zh-CN" altLang="en-US" dirty="0"/>
              <a:t>俗称推</a:t>
            </a:r>
          </a:p>
        </p:txBody>
      </p:sp>
      <p:pic>
        <p:nvPicPr>
          <p:cNvPr id="3" name="图片 2">
            <a:extLst>
              <a:ext uri="{FF2B5EF4-FFF2-40B4-BE49-F238E27FC236}">
                <a16:creationId xmlns:a16="http://schemas.microsoft.com/office/drawing/2014/main" id="{B67464C6-5810-1956-F067-907BC87BA722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14774" y="340144"/>
            <a:ext cx="3302170" cy="3880049"/>
          </a:xfrm>
          <a:prstGeom prst="rect">
            <a:avLst/>
          </a:prstGeom>
        </p:spPr>
      </p:pic>
      <p:pic>
        <p:nvPicPr>
          <p:cNvPr id="7" name="图片 6">
            <a:extLst>
              <a:ext uri="{FF2B5EF4-FFF2-40B4-BE49-F238E27FC236}">
                <a16:creationId xmlns:a16="http://schemas.microsoft.com/office/drawing/2014/main" id="{410CE60E-1234-736F-E297-DBF8B8A2C046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966537" y="2048439"/>
            <a:ext cx="5658141" cy="1263715"/>
          </a:xfrm>
          <a:prstGeom prst="rect">
            <a:avLst/>
          </a:prstGeom>
        </p:spPr>
      </p:pic>
      <p:pic>
        <p:nvPicPr>
          <p:cNvPr id="10" name="图片 9">
            <a:extLst>
              <a:ext uri="{FF2B5EF4-FFF2-40B4-BE49-F238E27FC236}">
                <a16:creationId xmlns:a16="http://schemas.microsoft.com/office/drawing/2014/main" id="{75C57C64-67F6-1022-F1EA-F43B5C7774E7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3966537" y="3310621"/>
            <a:ext cx="5658141" cy="1192442"/>
          </a:xfrm>
          <a:prstGeom prst="rect">
            <a:avLst/>
          </a:prstGeom>
        </p:spPr>
      </p:pic>
      <p:pic>
        <p:nvPicPr>
          <p:cNvPr id="13" name="图片 12">
            <a:extLst>
              <a:ext uri="{FF2B5EF4-FFF2-40B4-BE49-F238E27FC236}">
                <a16:creationId xmlns:a16="http://schemas.microsoft.com/office/drawing/2014/main" id="{33AAF62B-0B73-C582-C6AD-3E45A2E4E223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3966537" y="4472498"/>
            <a:ext cx="5666186" cy="1339158"/>
          </a:xfrm>
          <a:prstGeom prst="rect">
            <a:avLst/>
          </a:prstGeom>
        </p:spPr>
      </p:pic>
      <p:sp>
        <p:nvSpPr>
          <p:cNvPr id="16" name="文本框 15">
            <a:extLst>
              <a:ext uri="{FF2B5EF4-FFF2-40B4-BE49-F238E27FC236}">
                <a16:creationId xmlns:a16="http://schemas.microsoft.com/office/drawing/2014/main" id="{6EF04955-45AF-525B-BB40-F253D69CF754}"/>
              </a:ext>
            </a:extLst>
          </p:cNvPr>
          <p:cNvSpPr txBox="1"/>
          <p:nvPr/>
        </p:nvSpPr>
        <p:spPr>
          <a:xfrm>
            <a:off x="7537900" y="200187"/>
            <a:ext cx="3608680" cy="581313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marL="342900" indent="-342900">
              <a:lnSpc>
                <a:spcPct val="150000"/>
              </a:lnSpc>
              <a:buFont typeface="Wingdings" panose="05000000000000000000" pitchFamily="2" charset="2"/>
              <a:buChar char="l"/>
            </a:pPr>
            <a:r>
              <a:rPr lang="zh-CN" altLang="en-US" sz="2400" dirty="0"/>
              <a:t>有余钱可以见到留一个</a:t>
            </a:r>
            <a:endParaRPr lang="en-US" altLang="zh-CN" sz="2400" dirty="0"/>
          </a:p>
        </p:txBody>
      </p:sp>
      <p:pic>
        <p:nvPicPr>
          <p:cNvPr id="18" name="图片 17">
            <a:extLst>
              <a:ext uri="{FF2B5EF4-FFF2-40B4-BE49-F238E27FC236}">
                <a16:creationId xmlns:a16="http://schemas.microsoft.com/office/drawing/2014/main" id="{F0867712-9825-546E-CCB0-061E11649C53}"/>
              </a:ext>
            </a:extLst>
      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9996622" y="1008021"/>
            <a:ext cx="1880604" cy="1514252"/>
          </a:xfrm>
          <a:prstGeom prst="rect">
            <a:avLst/>
          </a:prstGeom>
        </p:spPr>
      </p:pic>
      <p:pic>
        <p:nvPicPr>
          <p:cNvPr id="20" name="图片 19">
            <a:extLst>
              <a:ext uri="{FF2B5EF4-FFF2-40B4-BE49-F238E27FC236}">
                <a16:creationId xmlns:a16="http://schemas.microsoft.com/office/drawing/2014/main" id="{4B0F0C9A-C039-123A-1558-57408B1C729A}"/>
              </a:ext>
            </a:extLst>
          </p:cNvPr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9996620" y="2522274"/>
            <a:ext cx="1880605" cy="152799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665364725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BF998A8E-4576-9C85-0813-A5ED0B0A839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文本框 8">
            <a:extLst>
              <a:ext uri="{FF2B5EF4-FFF2-40B4-BE49-F238E27FC236}">
                <a16:creationId xmlns:a16="http://schemas.microsoft.com/office/drawing/2014/main" id="{4EB29D13-96E3-D5D6-4648-953F251830BB}"/>
              </a:ext>
            </a:extLst>
          </p:cNvPr>
          <p:cNvSpPr txBox="1"/>
          <p:nvPr/>
        </p:nvSpPr>
        <p:spPr>
          <a:xfrm>
            <a:off x="379918" y="4472498"/>
            <a:ext cx="877163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zh-CN" altLang="en-US" dirty="0"/>
              <a:t>俗称推</a:t>
            </a:r>
          </a:p>
        </p:txBody>
      </p:sp>
      <p:pic>
        <p:nvPicPr>
          <p:cNvPr id="3" name="图片 2">
            <a:extLst>
              <a:ext uri="{FF2B5EF4-FFF2-40B4-BE49-F238E27FC236}">
                <a16:creationId xmlns:a16="http://schemas.microsoft.com/office/drawing/2014/main" id="{2A79729E-42FE-BB5F-A075-8EF6E2917C05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14774" y="340144"/>
            <a:ext cx="3302170" cy="3880049"/>
          </a:xfrm>
          <a:prstGeom prst="rect">
            <a:avLst/>
          </a:prstGeom>
        </p:spPr>
      </p:pic>
      <p:pic>
        <p:nvPicPr>
          <p:cNvPr id="4" name="图片 3">
            <a:extLst>
              <a:ext uri="{FF2B5EF4-FFF2-40B4-BE49-F238E27FC236}">
                <a16:creationId xmlns:a16="http://schemas.microsoft.com/office/drawing/2014/main" id="{9613188D-77A7-164E-EEBF-BB72D297CEF1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975061" y="434375"/>
            <a:ext cx="7843959" cy="323054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777382485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06915FA4-F150-9046-384A-34348E04DEF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文本框 5">
            <a:extLst>
              <a:ext uri="{FF2B5EF4-FFF2-40B4-BE49-F238E27FC236}">
                <a16:creationId xmlns:a16="http://schemas.microsoft.com/office/drawing/2014/main" id="{EF59849A-FEFB-0A7A-7D2F-99E71AF9248E}"/>
              </a:ext>
            </a:extLst>
          </p:cNvPr>
          <p:cNvSpPr txBox="1"/>
          <p:nvPr/>
        </p:nvSpPr>
        <p:spPr>
          <a:xfrm>
            <a:off x="4649503" y="81689"/>
            <a:ext cx="3608680" cy="581313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marL="342900" indent="-342900">
              <a:lnSpc>
                <a:spcPct val="150000"/>
              </a:lnSpc>
              <a:buFont typeface="Wingdings" panose="05000000000000000000" pitchFamily="2" charset="2"/>
              <a:buChar char="l"/>
            </a:pPr>
            <a:r>
              <a:rPr lang="zh-CN" altLang="en-US" sz="2400" dirty="0"/>
              <a:t>为你的物品提供火成长</a:t>
            </a:r>
            <a:endParaRPr lang="en-US" altLang="zh-CN" sz="2400" dirty="0"/>
          </a:p>
        </p:txBody>
      </p:sp>
      <p:sp>
        <p:nvSpPr>
          <p:cNvPr id="9" name="文本框 8">
            <a:extLst>
              <a:ext uri="{FF2B5EF4-FFF2-40B4-BE49-F238E27FC236}">
                <a16:creationId xmlns:a16="http://schemas.microsoft.com/office/drawing/2014/main" id="{2874A4A8-31CF-8204-D3CF-68CAC7887C54}"/>
              </a:ext>
            </a:extLst>
          </p:cNvPr>
          <p:cNvSpPr txBox="1"/>
          <p:nvPr/>
        </p:nvSpPr>
        <p:spPr>
          <a:xfrm>
            <a:off x="315441" y="4721164"/>
            <a:ext cx="2262158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zh-CN" altLang="en-US" dirty="0"/>
              <a:t>俗称火射线、橙射线</a:t>
            </a:r>
          </a:p>
        </p:txBody>
      </p:sp>
      <p:pic>
        <p:nvPicPr>
          <p:cNvPr id="11" name="图片 10">
            <a:extLst>
              <a:ext uri="{FF2B5EF4-FFF2-40B4-BE49-F238E27FC236}">
                <a16:creationId xmlns:a16="http://schemas.microsoft.com/office/drawing/2014/main" id="{559F5C01-59AB-8E14-8019-24F40918052F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944816" y="785445"/>
            <a:ext cx="8045522" cy="1838448"/>
          </a:xfrm>
          <a:prstGeom prst="rect">
            <a:avLst/>
          </a:prstGeom>
        </p:spPr>
      </p:pic>
      <p:pic>
        <p:nvPicPr>
          <p:cNvPr id="13" name="图片 12">
            <a:extLst>
              <a:ext uri="{FF2B5EF4-FFF2-40B4-BE49-F238E27FC236}">
                <a16:creationId xmlns:a16="http://schemas.microsoft.com/office/drawing/2014/main" id="{68452A6F-1A2E-FAF7-50EA-7D3EFCB40406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110021" y="2793229"/>
            <a:ext cx="1787769" cy="2347897"/>
          </a:xfrm>
          <a:prstGeom prst="rect">
            <a:avLst/>
          </a:prstGeom>
        </p:spPr>
      </p:pic>
      <p:pic>
        <p:nvPicPr>
          <p:cNvPr id="3" name="图片 2">
            <a:extLst>
              <a:ext uri="{FF2B5EF4-FFF2-40B4-BE49-F238E27FC236}">
                <a16:creationId xmlns:a16="http://schemas.microsoft.com/office/drawing/2014/main" id="{37539275-E80F-63E0-67E2-9BE1E40A03ED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315441" y="273510"/>
            <a:ext cx="3302170" cy="409596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183195412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884E5BB4-2C51-E7EE-880D-E5F04D4BA2C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文本框 8">
            <a:extLst>
              <a:ext uri="{FF2B5EF4-FFF2-40B4-BE49-F238E27FC236}">
                <a16:creationId xmlns:a16="http://schemas.microsoft.com/office/drawing/2014/main" id="{5300F55E-1435-E17C-6134-5726E156D206}"/>
              </a:ext>
            </a:extLst>
          </p:cNvPr>
          <p:cNvSpPr txBox="1"/>
          <p:nvPr/>
        </p:nvSpPr>
        <p:spPr>
          <a:xfrm>
            <a:off x="315441" y="4721164"/>
            <a:ext cx="2262158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zh-CN" altLang="en-US" dirty="0"/>
              <a:t>俗称火射线、橙射线</a:t>
            </a:r>
          </a:p>
        </p:txBody>
      </p:sp>
      <p:pic>
        <p:nvPicPr>
          <p:cNvPr id="3" name="图片 2">
            <a:extLst>
              <a:ext uri="{FF2B5EF4-FFF2-40B4-BE49-F238E27FC236}">
                <a16:creationId xmlns:a16="http://schemas.microsoft.com/office/drawing/2014/main" id="{E6033D01-7C85-9A37-8F5D-A341BFF5DB84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15441" y="273510"/>
            <a:ext cx="3302170" cy="4095961"/>
          </a:xfrm>
          <a:prstGeom prst="rect">
            <a:avLst/>
          </a:prstGeom>
        </p:spPr>
      </p:pic>
      <p:pic>
        <p:nvPicPr>
          <p:cNvPr id="8" name="图片 7">
            <a:extLst>
              <a:ext uri="{FF2B5EF4-FFF2-40B4-BE49-F238E27FC236}">
                <a16:creationId xmlns:a16="http://schemas.microsoft.com/office/drawing/2014/main" id="{0F98B028-6FC0-3EA8-94EA-753FFBE263E1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912230" y="273510"/>
            <a:ext cx="7966443" cy="1778028"/>
          </a:xfrm>
          <a:prstGeom prst="rect">
            <a:avLst/>
          </a:prstGeom>
        </p:spPr>
      </p:pic>
      <p:pic>
        <p:nvPicPr>
          <p:cNvPr id="4" name="图片 3">
            <a:extLst>
              <a:ext uri="{FF2B5EF4-FFF2-40B4-BE49-F238E27FC236}">
                <a16:creationId xmlns:a16="http://schemas.microsoft.com/office/drawing/2014/main" id="{C61EA151-2C94-1E7F-4920-450E05ED3C8D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3912230" y="2051538"/>
            <a:ext cx="4937797" cy="164067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878168468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文本框 5">
            <a:extLst>
              <a:ext uri="{FF2B5EF4-FFF2-40B4-BE49-F238E27FC236}">
                <a16:creationId xmlns:a16="http://schemas.microsoft.com/office/drawing/2014/main" id="{B02279E7-A5CD-BDF2-CF43-A7E724F17AE7}"/>
              </a:ext>
            </a:extLst>
          </p:cNvPr>
          <p:cNvSpPr txBox="1"/>
          <p:nvPr/>
        </p:nvSpPr>
        <p:spPr>
          <a:xfrm>
            <a:off x="244613" y="4505574"/>
            <a:ext cx="1338828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zh-CN" altLang="en-US" dirty="0"/>
              <a:t>俗称冷冻枪</a:t>
            </a:r>
          </a:p>
        </p:txBody>
      </p:sp>
      <p:sp>
        <p:nvSpPr>
          <p:cNvPr id="7" name="文本框 6">
            <a:extLst>
              <a:ext uri="{FF2B5EF4-FFF2-40B4-BE49-F238E27FC236}">
                <a16:creationId xmlns:a16="http://schemas.microsoft.com/office/drawing/2014/main" id="{85B48733-F582-F1EF-361E-A75F29E81186}"/>
              </a:ext>
            </a:extLst>
          </p:cNvPr>
          <p:cNvSpPr txBox="1"/>
          <p:nvPr/>
        </p:nvSpPr>
        <p:spPr>
          <a:xfrm>
            <a:off x="4637780" y="193431"/>
            <a:ext cx="2069797" cy="113531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marL="342900" indent="-342900">
              <a:lnSpc>
                <a:spcPct val="150000"/>
              </a:lnSpc>
              <a:buFont typeface="Wingdings" panose="05000000000000000000" pitchFamily="2" charset="2"/>
              <a:buChar char="l"/>
            </a:pPr>
            <a:r>
              <a:rPr lang="zh-CN" altLang="en-US" sz="2400" dirty="0"/>
              <a:t>提供冰频率</a:t>
            </a:r>
            <a:endParaRPr lang="en-US" altLang="zh-CN" sz="2400" dirty="0"/>
          </a:p>
          <a:p>
            <a:pPr marL="342900" indent="-342900">
              <a:lnSpc>
                <a:spcPct val="150000"/>
              </a:lnSpc>
              <a:buFont typeface="Wingdings" panose="05000000000000000000" pitchFamily="2" charset="2"/>
              <a:buChar char="l"/>
            </a:pPr>
            <a:r>
              <a:rPr lang="zh-CN" altLang="en-US" sz="2400" dirty="0"/>
              <a:t>补控制</a:t>
            </a:r>
            <a:endParaRPr lang="en-US" altLang="zh-CN" sz="2400" dirty="0"/>
          </a:p>
        </p:txBody>
      </p:sp>
      <p:pic>
        <p:nvPicPr>
          <p:cNvPr id="17" name="图片 16">
            <a:extLst>
              <a:ext uri="{FF2B5EF4-FFF2-40B4-BE49-F238E27FC236}">
                <a16:creationId xmlns:a16="http://schemas.microsoft.com/office/drawing/2014/main" id="{EAFB8379-C5E0-A7FC-2212-56AE3C0232E1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507035" y="2730399"/>
            <a:ext cx="5413572" cy="1367842"/>
          </a:xfrm>
          <a:prstGeom prst="rect">
            <a:avLst/>
          </a:prstGeom>
        </p:spPr>
      </p:pic>
      <p:pic>
        <p:nvPicPr>
          <p:cNvPr id="4" name="图片 3">
            <a:extLst>
              <a:ext uri="{FF2B5EF4-FFF2-40B4-BE49-F238E27FC236}">
                <a16:creationId xmlns:a16="http://schemas.microsoft.com/office/drawing/2014/main" id="{A7D75A1E-233B-930C-19BB-2E009855D62D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48920" y="193431"/>
            <a:ext cx="3346622" cy="4102311"/>
          </a:xfrm>
          <a:prstGeom prst="rect">
            <a:avLst/>
          </a:prstGeom>
        </p:spPr>
      </p:pic>
      <p:pic>
        <p:nvPicPr>
          <p:cNvPr id="5" name="图片 4">
            <a:extLst>
              <a:ext uri="{FF2B5EF4-FFF2-40B4-BE49-F238E27FC236}">
                <a16:creationId xmlns:a16="http://schemas.microsoft.com/office/drawing/2014/main" id="{D30EBA09-9A9B-1E44-4056-A1CCE847A8E5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507035" y="1494333"/>
            <a:ext cx="5413572" cy="123606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039655511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E94296F9-386F-36BC-2452-4B114CD32E7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文本框 5">
            <a:extLst>
              <a:ext uri="{FF2B5EF4-FFF2-40B4-BE49-F238E27FC236}">
                <a16:creationId xmlns:a16="http://schemas.microsoft.com/office/drawing/2014/main" id="{2F84AAAA-70DA-2B66-C651-804239DD77F6}"/>
              </a:ext>
            </a:extLst>
          </p:cNvPr>
          <p:cNvSpPr txBox="1"/>
          <p:nvPr/>
        </p:nvSpPr>
        <p:spPr>
          <a:xfrm>
            <a:off x="4521038" y="98794"/>
            <a:ext cx="2377574" cy="168930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marL="342900" indent="-342900">
              <a:lnSpc>
                <a:spcPct val="150000"/>
              </a:lnSpc>
              <a:buFont typeface="Wingdings" panose="05000000000000000000" pitchFamily="2" charset="2"/>
              <a:buChar char="l"/>
            </a:pPr>
            <a:r>
              <a:rPr lang="zh-CN" altLang="en-US" sz="2400" dirty="0"/>
              <a:t>好牌多留</a:t>
            </a:r>
            <a:endParaRPr lang="en-US" altLang="zh-CN" sz="2400" dirty="0"/>
          </a:p>
          <a:p>
            <a:pPr marL="342900" indent="-342900">
              <a:lnSpc>
                <a:spcPct val="150000"/>
              </a:lnSpc>
              <a:buFont typeface="Wingdings" panose="05000000000000000000" pitchFamily="2" charset="2"/>
              <a:buChar char="l"/>
            </a:pPr>
            <a:r>
              <a:rPr lang="zh-CN" altLang="en-US" sz="2400" dirty="0"/>
              <a:t>提供定向加速</a:t>
            </a:r>
            <a:endParaRPr lang="en-US" altLang="zh-CN" sz="2400" dirty="0"/>
          </a:p>
          <a:p>
            <a:pPr marL="342900" indent="-342900">
              <a:lnSpc>
                <a:spcPct val="150000"/>
              </a:lnSpc>
              <a:buFont typeface="Wingdings" panose="05000000000000000000" pitchFamily="2" charset="2"/>
              <a:buChar char="l"/>
            </a:pPr>
            <a:r>
              <a:rPr lang="zh-CN" altLang="en-US" sz="2400" dirty="0"/>
              <a:t>提供快速运转</a:t>
            </a:r>
            <a:endParaRPr lang="en-US" altLang="zh-CN" sz="2400" dirty="0"/>
          </a:p>
        </p:txBody>
      </p:sp>
      <p:pic>
        <p:nvPicPr>
          <p:cNvPr id="4" name="图片 3">
            <a:extLst>
              <a:ext uri="{FF2B5EF4-FFF2-40B4-BE49-F238E27FC236}">
                <a16:creationId xmlns:a16="http://schemas.microsoft.com/office/drawing/2014/main" id="{2437A7E2-8C72-776B-7D64-619F75DE01DB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799960" y="323177"/>
            <a:ext cx="3086259" cy="1460575"/>
          </a:xfrm>
          <a:prstGeom prst="rect">
            <a:avLst/>
          </a:prstGeom>
        </p:spPr>
      </p:pic>
      <p:pic>
        <p:nvPicPr>
          <p:cNvPr id="7" name="图片 6">
            <a:extLst>
              <a:ext uri="{FF2B5EF4-FFF2-40B4-BE49-F238E27FC236}">
                <a16:creationId xmlns:a16="http://schemas.microsoft.com/office/drawing/2014/main" id="{02542BF8-C58F-1761-9C2F-7574912F5407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65038" y="263155"/>
            <a:ext cx="3384724" cy="3175163"/>
          </a:xfrm>
          <a:prstGeom prst="rect">
            <a:avLst/>
          </a:prstGeom>
        </p:spPr>
      </p:pic>
      <p:sp>
        <p:nvSpPr>
          <p:cNvPr id="8" name="文本框 7">
            <a:extLst>
              <a:ext uri="{FF2B5EF4-FFF2-40B4-BE49-F238E27FC236}">
                <a16:creationId xmlns:a16="http://schemas.microsoft.com/office/drawing/2014/main" id="{E9F101CF-497B-936C-3C1D-E64D7A67ED84}"/>
              </a:ext>
            </a:extLst>
          </p:cNvPr>
          <p:cNvSpPr txBox="1"/>
          <p:nvPr/>
        </p:nvSpPr>
        <p:spPr>
          <a:xfrm>
            <a:off x="365038" y="3748980"/>
            <a:ext cx="1107996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zh-CN" altLang="en-US" dirty="0"/>
              <a:t>俗称节拍</a:t>
            </a:r>
          </a:p>
        </p:txBody>
      </p:sp>
      <p:pic>
        <p:nvPicPr>
          <p:cNvPr id="10" name="图片 9">
            <a:extLst>
              <a:ext uri="{FF2B5EF4-FFF2-40B4-BE49-F238E27FC236}">
                <a16:creationId xmlns:a16="http://schemas.microsoft.com/office/drawing/2014/main" id="{80777090-F201-E381-5344-E73CF2719588}"/>
              </a:ext>
            </a:extLst>
          </p:cNvPr>
          <p:cNvPicPr>
            <a:picLocks noChangeAspect="1"/>
          </p:cNvPicPr>
          <p:nvPr/>
        </p:nvPicPr>
        <p:blipFill>
          <a:blip r:embed="rId4"/>
          <a:srcRect t="7152"/>
          <a:stretch>
            <a:fillRect/>
          </a:stretch>
        </p:blipFill>
        <p:spPr>
          <a:xfrm>
            <a:off x="4056798" y="1850736"/>
            <a:ext cx="2841814" cy="1452998"/>
          </a:xfrm>
          <a:prstGeom prst="rect">
            <a:avLst/>
          </a:prstGeom>
        </p:spPr>
      </p:pic>
      <p:pic>
        <p:nvPicPr>
          <p:cNvPr id="12" name="图片 11">
            <a:extLst>
              <a:ext uri="{FF2B5EF4-FFF2-40B4-BE49-F238E27FC236}">
                <a16:creationId xmlns:a16="http://schemas.microsoft.com/office/drawing/2014/main" id="{06B03D80-85F9-E4A3-A5AA-8B9460AAF919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8264371" y="3429000"/>
            <a:ext cx="3489988" cy="1449638"/>
          </a:xfrm>
          <a:prstGeom prst="rect">
            <a:avLst/>
          </a:prstGeom>
        </p:spPr>
      </p:pic>
      <p:pic>
        <p:nvPicPr>
          <p:cNvPr id="14" name="图片 13">
            <a:extLst>
              <a:ext uri="{FF2B5EF4-FFF2-40B4-BE49-F238E27FC236}">
                <a16:creationId xmlns:a16="http://schemas.microsoft.com/office/drawing/2014/main" id="{B3820F44-821A-3867-43E5-0892464D44EA}"/>
              </a:ext>
            </a:extLst>
      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4056798" y="3429000"/>
            <a:ext cx="3573532" cy="1452257"/>
          </a:xfrm>
          <a:prstGeom prst="rect">
            <a:avLst/>
          </a:prstGeom>
        </p:spPr>
      </p:pic>
      <p:pic>
        <p:nvPicPr>
          <p:cNvPr id="16" name="图片 15">
            <a:extLst>
              <a:ext uri="{FF2B5EF4-FFF2-40B4-BE49-F238E27FC236}">
                <a16:creationId xmlns:a16="http://schemas.microsoft.com/office/drawing/2014/main" id="{2633E3BE-F150-34D4-559C-0286C007FF92}"/>
              </a:ext>
            </a:extLst>
          </p:cNvPr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6982154" y="1854861"/>
            <a:ext cx="4772205" cy="1448873"/>
          </a:xfrm>
          <a:prstGeom prst="rect">
            <a:avLst/>
          </a:prstGeom>
        </p:spPr>
      </p:pic>
      <p:pic>
        <p:nvPicPr>
          <p:cNvPr id="18" name="图片 17">
            <a:extLst>
              <a:ext uri="{FF2B5EF4-FFF2-40B4-BE49-F238E27FC236}">
                <a16:creationId xmlns:a16="http://schemas.microsoft.com/office/drawing/2014/main" id="{95C46099-8D75-136F-C31B-8DCC4F04CCA4}"/>
              </a:ext>
            </a:extLst>
          </p:cNvPr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4056798" y="5004173"/>
            <a:ext cx="2781134" cy="1449638"/>
          </a:xfrm>
          <a:prstGeom prst="rect">
            <a:avLst/>
          </a:prstGeom>
        </p:spPr>
      </p:pic>
      <p:pic>
        <p:nvPicPr>
          <p:cNvPr id="20" name="图片 19">
            <a:extLst>
              <a:ext uri="{FF2B5EF4-FFF2-40B4-BE49-F238E27FC236}">
                <a16:creationId xmlns:a16="http://schemas.microsoft.com/office/drawing/2014/main" id="{E43B3A04-2CEE-1F08-DAFE-5F746DAEAEC9}"/>
              </a:ext>
            </a:extLst>
          </p:cNvPr>
          <p:cNvPicPr>
            <a:picLocks noChangeAspect="1"/>
          </p:cNvPicPr>
          <p:nvPr/>
        </p:nvPicPr>
        <p:blipFill>
          <a:blip r:embed="rId9"/>
          <a:stretch>
            <a:fillRect/>
          </a:stretch>
        </p:blipFill>
        <p:spPr>
          <a:xfrm>
            <a:off x="8257652" y="5003904"/>
            <a:ext cx="3503425" cy="144804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024050739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53F8D1A6-92C6-9CEF-0DA5-29757A412D5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文本框 1">
            <a:extLst>
              <a:ext uri="{FF2B5EF4-FFF2-40B4-BE49-F238E27FC236}">
                <a16:creationId xmlns:a16="http://schemas.microsoft.com/office/drawing/2014/main" id="{FBA7613E-EEE7-4883-FAE9-64BAA8FEC8A7}"/>
              </a:ext>
            </a:extLst>
          </p:cNvPr>
          <p:cNvSpPr txBox="1"/>
          <p:nvPr/>
        </p:nvSpPr>
        <p:spPr>
          <a:xfrm>
            <a:off x="4546926" y="246184"/>
            <a:ext cx="5147563" cy="581313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marL="342900" indent="-342900">
              <a:lnSpc>
                <a:spcPct val="150000"/>
              </a:lnSpc>
              <a:buFont typeface="Wingdings" panose="05000000000000000000" pitchFamily="2" charset="2"/>
              <a:buChar char="l"/>
            </a:pPr>
            <a:r>
              <a:rPr lang="zh-CN" altLang="en-US" sz="2400" dirty="0"/>
              <a:t>提供冰频率、科技频率、射线频率</a:t>
            </a:r>
            <a:endParaRPr lang="en-US" altLang="zh-CN" sz="2400" dirty="0"/>
          </a:p>
        </p:txBody>
      </p:sp>
      <p:sp>
        <p:nvSpPr>
          <p:cNvPr id="27" name="文本框 26">
            <a:extLst>
              <a:ext uri="{FF2B5EF4-FFF2-40B4-BE49-F238E27FC236}">
                <a16:creationId xmlns:a16="http://schemas.microsoft.com/office/drawing/2014/main" id="{58F7DB5D-023C-E02B-D745-32E4F686B2BF}"/>
              </a:ext>
            </a:extLst>
          </p:cNvPr>
          <p:cNvSpPr txBox="1"/>
          <p:nvPr/>
        </p:nvSpPr>
        <p:spPr>
          <a:xfrm>
            <a:off x="221668" y="4475772"/>
            <a:ext cx="2262158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zh-CN" altLang="en-US" dirty="0"/>
              <a:t>俗称蓝射线、冰射线</a:t>
            </a:r>
          </a:p>
        </p:txBody>
      </p:sp>
      <p:pic>
        <p:nvPicPr>
          <p:cNvPr id="4" name="图片 3">
            <a:extLst>
              <a:ext uri="{FF2B5EF4-FFF2-40B4-BE49-F238E27FC236}">
                <a16:creationId xmlns:a16="http://schemas.microsoft.com/office/drawing/2014/main" id="{93F01A73-A2BB-6C03-7F7B-DB7D802F0A39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58151" y="208693"/>
            <a:ext cx="3314870" cy="411501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828031581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B9C2B008-834B-5BB5-B109-1B4FE298143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文本框 1">
            <a:extLst>
              <a:ext uri="{FF2B5EF4-FFF2-40B4-BE49-F238E27FC236}">
                <a16:creationId xmlns:a16="http://schemas.microsoft.com/office/drawing/2014/main" id="{E6896AD5-CF50-7550-6435-3403D42C44C6}"/>
              </a:ext>
            </a:extLst>
          </p:cNvPr>
          <p:cNvSpPr txBox="1"/>
          <p:nvPr/>
        </p:nvSpPr>
        <p:spPr>
          <a:xfrm>
            <a:off x="4458287" y="76278"/>
            <a:ext cx="4839786" cy="168930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marL="342900" indent="-342900">
              <a:lnSpc>
                <a:spcPct val="150000"/>
              </a:lnSpc>
              <a:buFont typeface="Wingdings" panose="05000000000000000000" pitchFamily="2" charset="2"/>
              <a:buChar char="l"/>
            </a:pPr>
            <a:r>
              <a:rPr lang="zh-CN" altLang="en-US" sz="2400" dirty="0"/>
              <a:t>提供大量的运转和科技频率</a:t>
            </a:r>
            <a:endParaRPr lang="en-US" altLang="zh-CN" sz="2400" dirty="0"/>
          </a:p>
          <a:p>
            <a:pPr marL="342900" indent="-342900">
              <a:lnSpc>
                <a:spcPct val="150000"/>
              </a:lnSpc>
              <a:buFont typeface="Wingdings" panose="05000000000000000000" pitchFamily="2" charset="2"/>
              <a:buChar char="l"/>
            </a:pPr>
            <a:r>
              <a:rPr lang="zh-CN" altLang="en-US" sz="2400" dirty="0"/>
              <a:t>数值核养成留透镜的好习惯</a:t>
            </a:r>
            <a:endParaRPr lang="en-US" altLang="zh-CN" sz="2400" dirty="0"/>
          </a:p>
          <a:p>
            <a:pPr marL="342900" indent="-342900">
              <a:lnSpc>
                <a:spcPct val="150000"/>
              </a:lnSpc>
              <a:buFont typeface="Wingdings" panose="05000000000000000000" pitchFamily="2" charset="2"/>
              <a:buChar char="l"/>
            </a:pPr>
            <a:r>
              <a:rPr lang="zh-CN" altLang="en-US" sz="2400" dirty="0"/>
              <a:t>刚需升级、白银不是卡、吃敲位</a:t>
            </a:r>
            <a:endParaRPr lang="en-US" altLang="zh-CN" sz="2400" dirty="0"/>
          </a:p>
        </p:txBody>
      </p:sp>
      <p:pic>
        <p:nvPicPr>
          <p:cNvPr id="4" name="图片 3">
            <a:extLst>
              <a:ext uri="{FF2B5EF4-FFF2-40B4-BE49-F238E27FC236}">
                <a16:creationId xmlns:a16="http://schemas.microsoft.com/office/drawing/2014/main" id="{A76A9C79-37FA-6B00-6705-9202D8A671F7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29581" y="303966"/>
            <a:ext cx="3333921" cy="4000706"/>
          </a:xfrm>
          <a:prstGeom prst="rect">
            <a:avLst/>
          </a:prstGeom>
        </p:spPr>
      </p:pic>
      <p:pic>
        <p:nvPicPr>
          <p:cNvPr id="7" name="图片 6">
            <a:extLst>
              <a:ext uri="{FF2B5EF4-FFF2-40B4-BE49-F238E27FC236}">
                <a16:creationId xmlns:a16="http://schemas.microsoft.com/office/drawing/2014/main" id="{BFA17B3C-1883-4D64-F8BF-DC9C00ADD327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9499940" y="76278"/>
            <a:ext cx="2305913" cy="1854866"/>
          </a:xfrm>
          <a:prstGeom prst="rect">
            <a:avLst/>
          </a:prstGeom>
        </p:spPr>
      </p:pic>
      <p:pic>
        <p:nvPicPr>
          <p:cNvPr id="11" name="图片 10">
            <a:extLst>
              <a:ext uri="{FF2B5EF4-FFF2-40B4-BE49-F238E27FC236}">
                <a16:creationId xmlns:a16="http://schemas.microsoft.com/office/drawing/2014/main" id="{DB129345-162B-20E9-691B-488DFE07342D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201984" y="2145614"/>
            <a:ext cx="6255071" cy="958899"/>
          </a:xfrm>
          <a:prstGeom prst="rect">
            <a:avLst/>
          </a:prstGeom>
        </p:spPr>
      </p:pic>
      <p:pic>
        <p:nvPicPr>
          <p:cNvPr id="15" name="图片 14">
            <a:extLst>
              <a:ext uri="{FF2B5EF4-FFF2-40B4-BE49-F238E27FC236}">
                <a16:creationId xmlns:a16="http://schemas.microsoft.com/office/drawing/2014/main" id="{0C0AA72E-5BF8-31C6-B260-044F7B24EEE2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4201984" y="3104513"/>
            <a:ext cx="6255071" cy="103578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068530434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9261A5AD-48B7-E196-2B08-D41B93EDE2E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文本框 1">
            <a:extLst>
              <a:ext uri="{FF2B5EF4-FFF2-40B4-BE49-F238E27FC236}">
                <a16:creationId xmlns:a16="http://schemas.microsoft.com/office/drawing/2014/main" id="{71166622-9099-B517-F4AD-EE0C22631BA1}"/>
              </a:ext>
            </a:extLst>
          </p:cNvPr>
          <p:cNvSpPr txBox="1"/>
          <p:nvPr/>
        </p:nvSpPr>
        <p:spPr>
          <a:xfrm>
            <a:off x="3943188" y="243154"/>
            <a:ext cx="7917552" cy="335130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marL="342900" indent="-342900">
              <a:lnSpc>
                <a:spcPct val="150000"/>
              </a:lnSpc>
              <a:buFont typeface="Wingdings" panose="05000000000000000000" pitchFamily="2" charset="2"/>
              <a:buChar char="l"/>
            </a:pPr>
            <a:r>
              <a:rPr lang="zh-CN" altLang="en-US" sz="2400" dirty="0"/>
              <a:t>好牌多抓</a:t>
            </a:r>
            <a:endParaRPr lang="en-US" altLang="zh-CN" sz="2400" dirty="0"/>
          </a:p>
          <a:p>
            <a:pPr marL="342900" indent="-342900">
              <a:lnSpc>
                <a:spcPct val="150000"/>
              </a:lnSpc>
              <a:buFont typeface="Wingdings" panose="05000000000000000000" pitchFamily="2" charset="2"/>
              <a:buChar char="l"/>
            </a:pPr>
            <a:r>
              <a:rPr lang="zh-CN" altLang="en-US" sz="2400" dirty="0"/>
              <a:t>数值核很需要</a:t>
            </a:r>
            <a:endParaRPr lang="en-US" altLang="zh-CN" sz="2400" dirty="0"/>
          </a:p>
          <a:p>
            <a:pPr marL="342900" indent="-342900">
              <a:lnSpc>
                <a:spcPct val="150000"/>
              </a:lnSpc>
              <a:buFont typeface="Wingdings" panose="05000000000000000000" pitchFamily="2" charset="2"/>
              <a:buChar char="l"/>
            </a:pPr>
            <a:r>
              <a:rPr lang="zh-CN" altLang="en-US" sz="2400" dirty="0"/>
              <a:t>飞核全能原始也能用</a:t>
            </a:r>
            <a:endParaRPr lang="en-US" altLang="zh-CN" sz="2400" dirty="0"/>
          </a:p>
          <a:p>
            <a:pPr marL="342900" indent="-342900">
              <a:lnSpc>
                <a:spcPct val="150000"/>
              </a:lnSpc>
              <a:buFont typeface="Wingdings" panose="05000000000000000000" pitchFamily="2" charset="2"/>
              <a:buChar char="l"/>
            </a:pPr>
            <a:r>
              <a:rPr lang="zh-CN" altLang="en-US" sz="2400" dirty="0"/>
              <a:t>暴、伙稍差</a:t>
            </a:r>
            <a:endParaRPr lang="en-US" altLang="zh-CN" sz="2400" dirty="0"/>
          </a:p>
          <a:p>
            <a:pPr marL="342900" indent="-342900">
              <a:lnSpc>
                <a:spcPct val="150000"/>
              </a:lnSpc>
              <a:buFont typeface="Wingdings" panose="05000000000000000000" pitchFamily="2" charset="2"/>
              <a:buChar char="l"/>
            </a:pPr>
            <a:r>
              <a:rPr lang="zh-CN" altLang="en-US" sz="2400" dirty="0"/>
              <a:t>可以启动一些其他具有核心词条的中型物品</a:t>
            </a:r>
            <a:endParaRPr lang="en-US" altLang="zh-CN" sz="2400" dirty="0"/>
          </a:p>
          <a:p>
            <a:pPr marL="342900" indent="-342900">
              <a:lnSpc>
                <a:spcPct val="150000"/>
              </a:lnSpc>
              <a:buFont typeface="Wingdings" panose="05000000000000000000" pitchFamily="2" charset="2"/>
              <a:buChar char="l"/>
            </a:pPr>
            <a:r>
              <a:rPr lang="zh-CN" altLang="en-US" sz="2400" dirty="0"/>
              <a:t>如果核心单次使用可以为遥控器充能五秒可以达成无限</a:t>
            </a:r>
            <a:endParaRPr lang="en-US" altLang="zh-CN" sz="2400" dirty="0"/>
          </a:p>
        </p:txBody>
      </p:sp>
      <p:sp>
        <p:nvSpPr>
          <p:cNvPr id="27" name="文本框 26">
            <a:extLst>
              <a:ext uri="{FF2B5EF4-FFF2-40B4-BE49-F238E27FC236}">
                <a16:creationId xmlns:a16="http://schemas.microsoft.com/office/drawing/2014/main" id="{028A600F-D2E2-C170-CA0E-CAB20DF1A100}"/>
              </a:ext>
            </a:extLst>
          </p:cNvPr>
          <p:cNvSpPr txBox="1"/>
          <p:nvPr/>
        </p:nvSpPr>
        <p:spPr>
          <a:xfrm>
            <a:off x="174763" y="4780539"/>
            <a:ext cx="1800493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zh-CN" altLang="en-US" dirty="0"/>
              <a:t>俗称遥控器、控</a:t>
            </a:r>
          </a:p>
        </p:txBody>
      </p:sp>
      <p:pic>
        <p:nvPicPr>
          <p:cNvPr id="4" name="图片 3">
            <a:extLst>
              <a:ext uri="{FF2B5EF4-FFF2-40B4-BE49-F238E27FC236}">
                <a16:creationId xmlns:a16="http://schemas.microsoft.com/office/drawing/2014/main" id="{E4DD5DB8-90BA-A759-17ED-180793DB0448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71023" y="331393"/>
            <a:ext cx="3302170" cy="410866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102072431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E059E6A5-59EE-4E44-0FCA-C7DD52132C6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" name="文本框 26">
            <a:extLst>
              <a:ext uri="{FF2B5EF4-FFF2-40B4-BE49-F238E27FC236}">
                <a16:creationId xmlns:a16="http://schemas.microsoft.com/office/drawing/2014/main" id="{5FB7092D-825F-235C-FD02-36305DEA0580}"/>
              </a:ext>
            </a:extLst>
          </p:cNvPr>
          <p:cNvSpPr txBox="1"/>
          <p:nvPr/>
        </p:nvSpPr>
        <p:spPr>
          <a:xfrm>
            <a:off x="163040" y="4628139"/>
            <a:ext cx="2492990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zh-CN" altLang="en-US" dirty="0"/>
              <a:t>俗称攻击射线、红射线</a:t>
            </a:r>
          </a:p>
        </p:txBody>
      </p:sp>
      <p:sp>
        <p:nvSpPr>
          <p:cNvPr id="6" name="文本框 5">
            <a:extLst>
              <a:ext uri="{FF2B5EF4-FFF2-40B4-BE49-F238E27FC236}">
                <a16:creationId xmlns:a16="http://schemas.microsoft.com/office/drawing/2014/main" id="{29E5EBFF-DDB1-7A41-9C65-D27BDBC70E26}"/>
              </a:ext>
            </a:extLst>
          </p:cNvPr>
          <p:cNvSpPr txBox="1"/>
          <p:nvPr/>
        </p:nvSpPr>
        <p:spPr>
          <a:xfrm>
            <a:off x="4281288" y="260926"/>
            <a:ext cx="3916457" cy="581313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marL="342900" indent="-342900">
              <a:lnSpc>
                <a:spcPct val="150000"/>
              </a:lnSpc>
              <a:buFont typeface="Wingdings" panose="05000000000000000000" pitchFamily="2" charset="2"/>
              <a:buChar char="l"/>
            </a:pPr>
            <a:r>
              <a:rPr lang="zh-CN" altLang="en-US" sz="2400" dirty="0"/>
              <a:t>为你的物品提供攻击成长</a:t>
            </a:r>
            <a:endParaRPr lang="en-US" altLang="zh-CN" sz="2400" dirty="0"/>
          </a:p>
        </p:txBody>
      </p:sp>
      <p:pic>
        <p:nvPicPr>
          <p:cNvPr id="4" name="图片 3">
            <a:extLst>
              <a:ext uri="{FF2B5EF4-FFF2-40B4-BE49-F238E27FC236}">
                <a16:creationId xmlns:a16="http://schemas.microsoft.com/office/drawing/2014/main" id="{5FB2C9C4-4722-1136-BDD8-12205BDF0AE4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86623" y="260926"/>
            <a:ext cx="3333921" cy="410231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597337549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D952792C-E833-F931-2E3C-161A8CC875F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文本框 1">
            <a:extLst>
              <a:ext uri="{FF2B5EF4-FFF2-40B4-BE49-F238E27FC236}">
                <a16:creationId xmlns:a16="http://schemas.microsoft.com/office/drawing/2014/main" id="{E727A353-929F-07D0-0FE0-BE1941445DBB}"/>
              </a:ext>
            </a:extLst>
          </p:cNvPr>
          <p:cNvSpPr txBox="1"/>
          <p:nvPr/>
        </p:nvSpPr>
        <p:spPr>
          <a:xfrm>
            <a:off x="3857507" y="130898"/>
            <a:ext cx="8225329" cy="612129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marL="342900" indent="-342900">
              <a:lnSpc>
                <a:spcPct val="150000"/>
              </a:lnSpc>
              <a:buFont typeface="Wingdings" panose="05000000000000000000" pitchFamily="2" charset="2"/>
              <a:buChar char="l"/>
            </a:pPr>
            <a:r>
              <a:rPr lang="zh-CN" altLang="en-US" sz="2400" dirty="0"/>
              <a:t>神卡</a:t>
            </a:r>
            <a:endParaRPr lang="en-US" altLang="zh-CN" sz="2400" dirty="0"/>
          </a:p>
          <a:p>
            <a:pPr marL="342900" indent="-342900">
              <a:lnSpc>
                <a:spcPct val="150000"/>
              </a:lnSpc>
              <a:buFont typeface="Wingdings" panose="05000000000000000000" pitchFamily="2" charset="2"/>
              <a:buChar char="l"/>
            </a:pPr>
            <a:r>
              <a:rPr lang="zh-CN" altLang="en-US" sz="2400" dirty="0"/>
              <a:t>我说好水多喝</a:t>
            </a:r>
            <a:endParaRPr lang="en-US" altLang="zh-CN" sz="2400" dirty="0"/>
          </a:p>
          <a:p>
            <a:pPr marL="342900" indent="-342900">
              <a:lnSpc>
                <a:spcPct val="150000"/>
              </a:lnSpc>
              <a:buFont typeface="Wingdings" panose="05000000000000000000" pitchFamily="2" charset="2"/>
              <a:buChar char="l"/>
            </a:pPr>
            <a:r>
              <a:rPr lang="zh-CN" altLang="en-US" sz="2400" dirty="0"/>
              <a:t>我说喝水是巨大提升</a:t>
            </a:r>
            <a:endParaRPr lang="en-US" altLang="zh-CN" sz="2400" dirty="0"/>
          </a:p>
          <a:p>
            <a:pPr marL="342900" indent="-342900">
              <a:lnSpc>
                <a:spcPct val="150000"/>
              </a:lnSpc>
              <a:buFont typeface="Wingdings" panose="05000000000000000000" pitchFamily="2" charset="2"/>
              <a:buChar char="l"/>
            </a:pPr>
            <a:r>
              <a:rPr lang="zh-CN" altLang="en-US" sz="2400" dirty="0"/>
              <a:t>我说永久成长特别厉害</a:t>
            </a:r>
            <a:endParaRPr lang="en-US" altLang="zh-CN" sz="2400" dirty="0"/>
          </a:p>
          <a:p>
            <a:pPr marL="342900" indent="-342900">
              <a:lnSpc>
                <a:spcPct val="150000"/>
              </a:lnSpc>
              <a:buFont typeface="Wingdings" panose="05000000000000000000" pitchFamily="2" charset="2"/>
              <a:buChar char="l"/>
            </a:pPr>
            <a:r>
              <a:rPr lang="zh-CN" altLang="en-US" sz="2400" dirty="0"/>
              <a:t>有的时候就差喝水这点血量</a:t>
            </a:r>
            <a:endParaRPr lang="en-US" altLang="zh-CN" sz="2400" dirty="0"/>
          </a:p>
          <a:p>
            <a:pPr marL="342900" indent="-342900">
              <a:lnSpc>
                <a:spcPct val="150000"/>
              </a:lnSpc>
              <a:buFont typeface="Wingdings" panose="05000000000000000000" pitchFamily="2" charset="2"/>
              <a:buChar char="l"/>
            </a:pPr>
            <a:r>
              <a:rPr lang="zh-CN" altLang="en-US" sz="2400" dirty="0"/>
              <a:t>你可以不喝水但是你不能不会喝水</a:t>
            </a:r>
            <a:endParaRPr lang="en-US" altLang="zh-CN" sz="2400" dirty="0"/>
          </a:p>
          <a:p>
            <a:pPr marL="342900" indent="-342900">
              <a:lnSpc>
                <a:spcPct val="150000"/>
              </a:lnSpc>
              <a:buFont typeface="Wingdings" panose="05000000000000000000" pitchFamily="2" charset="2"/>
              <a:buChar char="l"/>
            </a:pPr>
            <a:r>
              <a:rPr lang="zh-CN" altLang="en-US" sz="2400" dirty="0"/>
              <a:t>学会喝水是成为机宝高手的必经之路</a:t>
            </a:r>
            <a:endParaRPr lang="en-US" altLang="zh-CN" sz="2400" dirty="0"/>
          </a:p>
          <a:p>
            <a:pPr marL="342900" indent="-342900">
              <a:lnSpc>
                <a:spcPct val="150000"/>
              </a:lnSpc>
              <a:buFont typeface="Wingdings" panose="05000000000000000000" pitchFamily="2" charset="2"/>
              <a:buChar char="l"/>
            </a:pPr>
            <a:r>
              <a:rPr lang="zh-CN" altLang="en-US" sz="2400" dirty="0"/>
              <a:t>反正喝水就是多上防多上加速多上运转喝水贴伙伴</a:t>
            </a:r>
            <a:endParaRPr lang="en-US" altLang="zh-CN" sz="2400" dirty="0"/>
          </a:p>
          <a:p>
            <a:pPr marL="342900" indent="-342900">
              <a:lnSpc>
                <a:spcPct val="150000"/>
              </a:lnSpc>
              <a:buFont typeface="Wingdings" panose="05000000000000000000" pitchFamily="2" charset="2"/>
              <a:buChar char="l"/>
            </a:pPr>
            <a:r>
              <a:rPr lang="zh-CN" altLang="en-US" sz="2400" dirty="0"/>
              <a:t>一些喝水常见帮手：艾登、砖友、墙莱士、胶带、飞核、</a:t>
            </a:r>
            <a:endParaRPr lang="en-US" altLang="zh-CN" sz="2400" dirty="0"/>
          </a:p>
          <a:p>
            <a:pPr>
              <a:lnSpc>
                <a:spcPct val="150000"/>
              </a:lnSpc>
            </a:pPr>
            <a:r>
              <a:rPr lang="en-US" altLang="zh-CN" sz="2400" dirty="0"/>
              <a:t>pad</a:t>
            </a:r>
            <a:r>
              <a:rPr lang="zh-CN" altLang="en-US" sz="2400" dirty="0"/>
              <a:t>、齿轮、砂光机、</a:t>
            </a:r>
            <a:r>
              <a:rPr lang="en-US" altLang="zh-CN" sz="2400" dirty="0"/>
              <a:t>DJ</a:t>
            </a:r>
            <a:r>
              <a:rPr lang="zh-CN" altLang="en-US" sz="2400" dirty="0"/>
              <a:t>等等等等</a:t>
            </a:r>
            <a:endParaRPr lang="en-US" altLang="zh-CN" sz="2400" dirty="0"/>
          </a:p>
          <a:p>
            <a:pPr marL="342900" indent="-342900">
              <a:lnSpc>
                <a:spcPct val="150000"/>
              </a:lnSpc>
              <a:buFont typeface="Wingdings" panose="05000000000000000000" pitchFamily="2" charset="2"/>
              <a:buChar char="l"/>
            </a:pPr>
            <a:endParaRPr lang="en-US" altLang="zh-CN" sz="2400" dirty="0"/>
          </a:p>
        </p:txBody>
      </p:sp>
      <p:sp>
        <p:nvSpPr>
          <p:cNvPr id="27" name="文本框 26">
            <a:extLst>
              <a:ext uri="{FF2B5EF4-FFF2-40B4-BE49-F238E27FC236}">
                <a16:creationId xmlns:a16="http://schemas.microsoft.com/office/drawing/2014/main" id="{C802C0E5-8E61-CEF8-3FDD-63D3D99F9619}"/>
              </a:ext>
            </a:extLst>
          </p:cNvPr>
          <p:cNvSpPr txBox="1"/>
          <p:nvPr/>
        </p:nvSpPr>
        <p:spPr>
          <a:xfrm>
            <a:off x="290225" y="4369365"/>
            <a:ext cx="1107996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zh-CN" altLang="en-US" dirty="0"/>
              <a:t>俗称喝水</a:t>
            </a:r>
          </a:p>
        </p:txBody>
      </p:sp>
      <p:pic>
        <p:nvPicPr>
          <p:cNvPr id="5" name="图片 4">
            <a:extLst>
              <a:ext uri="{FF2B5EF4-FFF2-40B4-BE49-F238E27FC236}">
                <a16:creationId xmlns:a16="http://schemas.microsoft.com/office/drawing/2014/main" id="{F3933CBB-36BD-22EB-3E58-05351A21A5FF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90225" y="270691"/>
            <a:ext cx="3302170" cy="3886400"/>
          </a:xfrm>
          <a:prstGeom prst="rect">
            <a:avLst/>
          </a:prstGeom>
        </p:spPr>
      </p:pic>
      <p:pic>
        <p:nvPicPr>
          <p:cNvPr id="7" name="图片 6">
            <a:extLst>
              <a:ext uri="{FF2B5EF4-FFF2-40B4-BE49-F238E27FC236}">
                <a16:creationId xmlns:a16="http://schemas.microsoft.com/office/drawing/2014/main" id="{DFD6777E-C010-052D-6EE8-6667B22E7763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663027" y="492411"/>
            <a:ext cx="3238748" cy="224611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263566124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 dpi="0" rotWithShape="1">
          <a:blip r:embed="rId2">
            <a:alphaModFix amt="10000"/>
            <a:lum/>
          </a:blip>
          <a:srcRect/>
          <a:stretch>
            <a:fillRect/>
          </a:stretch>
        </a:blip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A09979E7-E8F0-F6D3-F706-8F155556B9C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文本框 3">
            <a:extLst>
              <a:ext uri="{FF2B5EF4-FFF2-40B4-BE49-F238E27FC236}">
                <a16:creationId xmlns:a16="http://schemas.microsoft.com/office/drawing/2014/main" id="{5489FFFB-14A4-A6F9-3F08-944E1DC114E7}"/>
              </a:ext>
            </a:extLst>
          </p:cNvPr>
          <p:cNvSpPr txBox="1"/>
          <p:nvPr/>
        </p:nvSpPr>
        <p:spPr>
          <a:xfrm flipH="1">
            <a:off x="2204313" y="2767280"/>
            <a:ext cx="7783373" cy="132343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zh-CN" altLang="en-US" sz="80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思源宋体 CN Medium" panose="02020500000000000000" pitchFamily="18" charset="-122"/>
                <a:ea typeface="思源宋体 CN Medium" panose="02020500000000000000" pitchFamily="18" charset="-122"/>
                <a:cs typeface="+mn-cs"/>
              </a:rPr>
              <a:t>感谢观看</a:t>
            </a:r>
            <a:endParaRPr kumimoji="0" lang="en-US" altLang="zh-CN" sz="80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思源宋体 CN Medium" panose="02020500000000000000" pitchFamily="18" charset="-122"/>
              <a:ea typeface="思源宋体 CN Medium" panose="02020500000000000000" pitchFamily="18" charset="-122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4118699743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思源宋体">
      <a:majorFont>
        <a:latin typeface="思源宋体 Heavy"/>
        <a:ea typeface="思源宋体 Heavy"/>
        <a:cs typeface=""/>
      </a:majorFont>
      <a:minorFont>
        <a:latin typeface="思源宋体"/>
        <a:ea typeface="思源宋体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1155</TotalTime>
  <Words>267</Words>
  <Application>Microsoft Office PowerPoint</Application>
  <PresentationFormat>宽屏</PresentationFormat>
  <Paragraphs>44</Paragraphs>
  <Slides>13</Slides>
  <Notes>0</Notes>
  <HiddenSlides>0</HiddenSlides>
  <MMClips>0</MMClips>
  <ScaleCrop>false</ScaleCrop>
  <HeadingPairs>
    <vt:vector size="6" baseType="variant">
      <vt:variant>
        <vt:lpstr>已用的字体</vt:lpstr>
      </vt:variant>
      <vt:variant>
        <vt:i4>5</vt:i4>
      </vt:variant>
      <vt:variant>
        <vt:lpstr>主题</vt:lpstr>
      </vt:variant>
      <vt:variant>
        <vt:i4>1</vt:i4>
      </vt:variant>
      <vt:variant>
        <vt:lpstr>幻灯片标题</vt:lpstr>
      </vt:variant>
      <vt:variant>
        <vt:i4>13</vt:i4>
      </vt:variant>
    </vt:vector>
  </HeadingPairs>
  <TitlesOfParts>
    <vt:vector size="19" baseType="lpstr">
      <vt:lpstr>思源宋体</vt:lpstr>
      <vt:lpstr>思源宋体 CN Medium</vt:lpstr>
      <vt:lpstr>思源宋体 Heavy</vt:lpstr>
      <vt:lpstr>Arial</vt:lpstr>
      <vt:lpstr>Wingdings</vt:lpstr>
      <vt:lpstr>Office Theme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WPS Presentation</dc:title>
  <dc:creator>52SW</dc:creator>
  <cp:lastModifiedBy>SW 52</cp:lastModifiedBy>
  <cp:revision>22</cp:revision>
  <dcterms:created xsi:type="dcterms:W3CDTF">2025-07-23T00:59:00Z</dcterms:created>
  <dcterms:modified xsi:type="dcterms:W3CDTF">2026-05-29T15:57:03Z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ICV">
    <vt:lpwstr>53D98EA922644B478A13410A32A3BB50_13</vt:lpwstr>
  </property>
  <property fmtid="{D5CDD505-2E9C-101B-9397-08002B2CF9AE}" pid="3" name="KSOProductBuildVer">
    <vt:lpwstr>2052-12.1.0.21915</vt:lpwstr>
  </property>
</Properties>
</file>