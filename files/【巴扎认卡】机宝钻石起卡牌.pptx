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64" r:id="rId6"/>
    <p:sldId id="28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12" y="2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4272421" y="3770265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钻石起卡牌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BA6F4C27-E196-E605-C8B5-75971FF2AEF9}"/>
              </a:ext>
            </a:extLst>
          </p:cNvPr>
          <p:cNvGrpSpPr/>
          <p:nvPr/>
        </p:nvGrpSpPr>
        <p:grpSpPr>
          <a:xfrm>
            <a:off x="2202001" y="1162744"/>
            <a:ext cx="7787997" cy="4532512"/>
            <a:chOff x="2993863" y="1623598"/>
            <a:chExt cx="7787997" cy="453251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AC91C2B1-C1A7-2AC4-19CC-EBED9F10F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3864" y="3028950"/>
              <a:ext cx="7787996" cy="1721808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2028D4BA-1F57-EB38-2E6E-FDE1E00B0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3864" y="1623598"/>
              <a:ext cx="7787993" cy="140535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82464532-98F6-1B5E-9DF6-BB48DB0052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93863" y="4747916"/>
              <a:ext cx="7787994" cy="14081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151348" y="122866"/>
            <a:ext cx="268535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打印神奇小物品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B08F26-9A68-AF16-3275-8F81E2DB78AD}"/>
              </a:ext>
            </a:extLst>
          </p:cNvPr>
          <p:cNvSpPr txBox="1"/>
          <p:nvPr/>
        </p:nvSpPr>
        <p:spPr>
          <a:xfrm>
            <a:off x="214531" y="436262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俗称打印机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DC03DC4-55E9-2631-32E5-5C748BA6C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1" y="260251"/>
            <a:ext cx="3664138" cy="38482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231EC4-F9B2-5A01-960A-E344D8C39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3064" y="704179"/>
            <a:ext cx="7874405" cy="10732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E746024-5D7B-4DD6-4B07-58AE8AABB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064" y="1777384"/>
            <a:ext cx="6350326" cy="109860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83581DB-8F6E-3B86-5D58-507A1F914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064" y="2875990"/>
            <a:ext cx="5011498" cy="104657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E3B8395-067E-0BE4-C101-18628DC07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3064" y="3976266"/>
            <a:ext cx="2336920" cy="75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225779" y="79511"/>
            <a:ext cx="3300904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高贵的双发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可以给载具提供双发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720096-6FD6-B65A-D11A-0A65EFE6A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66" y="314203"/>
            <a:ext cx="3657788" cy="47309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1AC58D-A1A6-21FE-16AC-F7F24160A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779" y="3975794"/>
            <a:ext cx="7264809" cy="9798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558E58E-9F50-415D-F764-039A3362E0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779" y="1282627"/>
            <a:ext cx="4816621" cy="12096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FA86A5C-2C47-DF7F-1E9B-35E0E5DA0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779" y="2492282"/>
            <a:ext cx="6239021" cy="148351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26A9DE6-AE54-AA2D-A9E2-04ED39EA8D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779" y="4955644"/>
            <a:ext cx="6004071" cy="98728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407200E-7B2D-E90C-A86B-CB80D6ACA2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067" y="440177"/>
            <a:ext cx="2241665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083864" y="95277"/>
            <a:ext cx="268535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高贵的双发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给伙伴提供双发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152876" y="41322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俗称工厂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026962-08AC-9354-2BFF-D12992E41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23" y="288831"/>
            <a:ext cx="3670489" cy="36514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19242C3-486D-B17E-539A-8C41B4E9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750" y="1289050"/>
            <a:ext cx="6314794" cy="23558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4510903-3EED-E11E-F190-1F29E9E2E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7704" y="95277"/>
            <a:ext cx="2044295" cy="13779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7425A6E-79A1-DC22-EF5A-882DD85AA1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9750" y="3606800"/>
            <a:ext cx="4778563" cy="117076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A41AB03-3331-C959-01BA-87280BDC6D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9751" y="4777569"/>
            <a:ext cx="5879600" cy="96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5142</TotalTime>
  <Words>41</Words>
  <Application>Microsoft Office PowerPoint</Application>
  <PresentationFormat>宽屏</PresentationFormat>
  <Paragraphs>10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56</cp:revision>
  <dcterms:created xsi:type="dcterms:W3CDTF">2025-07-23T00:59:00Z</dcterms:created>
  <dcterms:modified xsi:type="dcterms:W3CDTF">2026-07-19T03:57:04Z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