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6" r:id="rId3"/>
    <p:sldId id="287" r:id="rId4"/>
    <p:sldId id="277" r:id="rId5"/>
    <p:sldId id="262" r:id="rId6"/>
    <p:sldId id="263" r:id="rId7"/>
    <p:sldId id="264" r:id="rId8"/>
    <p:sldId id="278" r:id="rId9"/>
    <p:sldId id="284" r:id="rId10"/>
    <p:sldId id="279" r:id="rId11"/>
    <p:sldId id="285" r:id="rId12"/>
    <p:sldId id="281" r:id="rId13"/>
    <p:sldId id="2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0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0126CFC-2115-2E11-D0CF-A0C381C9CC67}"/>
              </a:ext>
            </a:extLst>
          </p:cNvPr>
          <p:cNvSpPr txBox="1"/>
          <p:nvPr/>
        </p:nvSpPr>
        <p:spPr>
          <a:xfrm flipH="1">
            <a:off x="2204312" y="1764296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大巴扎机宝认卡</a:t>
            </a:r>
            <a:endParaRPr lang="en-US" altLang="zh-CN" sz="8000" dirty="0"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D1DC20-3328-CF52-C4B4-B6F194E8541A}"/>
              </a:ext>
            </a:extLst>
          </p:cNvPr>
          <p:cNvSpPr txBox="1"/>
          <p:nvPr/>
        </p:nvSpPr>
        <p:spPr>
          <a:xfrm>
            <a:off x="3233676" y="3770265"/>
            <a:ext cx="57246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白银起中型（下）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62116-36C5-0EDF-F3D2-E4F6152D5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2BEF58D-71A0-C81D-7117-BACA13B17F29}"/>
              </a:ext>
            </a:extLst>
          </p:cNvPr>
          <p:cNvSpPr txBox="1"/>
          <p:nvPr/>
        </p:nvSpPr>
        <p:spPr>
          <a:xfrm>
            <a:off x="4102252" y="212461"/>
            <a:ext cx="4532010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全游戏最高贵的一秒</a:t>
            </a:r>
            <a:r>
              <a:rPr lang="en-US" altLang="zh-CN" sz="2400" dirty="0"/>
              <a:t>CD</a:t>
            </a:r>
            <a:r>
              <a:rPr lang="zh-CN" altLang="en-US" sz="2400" dirty="0"/>
              <a:t>卡牌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每个机宝都有一个无限原子钟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的梦想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5311B92-C663-32C0-08E9-67A06E690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03" y="335474"/>
            <a:ext cx="3289469" cy="368318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7475187-06F1-5F72-9C17-2AFF07127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597" y="297118"/>
            <a:ext cx="2927500" cy="23305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37C225A-176D-04A9-6D89-BE953D78F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9707" y="2712786"/>
            <a:ext cx="6672604" cy="91608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DAE6CFA-8BA1-212E-9734-9E7A93F1F6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9707" y="3628866"/>
            <a:ext cx="5236567" cy="123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64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0969B-060E-A45E-88AA-285AE36EF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2FB904E-D9FD-0A25-1944-5ADF71955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03" y="335474"/>
            <a:ext cx="3289469" cy="368318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85B83EA-7815-4B0C-4E23-96FBF08F1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092" y="335474"/>
            <a:ext cx="6636091" cy="94619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3E457AA-DC56-6449-EE33-A227249FF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6092" y="1281674"/>
            <a:ext cx="6371908" cy="101527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913737F-696E-3C66-C555-8D29191BCB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6092" y="2296945"/>
            <a:ext cx="6371908" cy="95050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E714947-C777-70C0-D339-C5ABE9673B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6092" y="3247451"/>
            <a:ext cx="5486816" cy="101313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6EF5E71-F1AD-E7AF-AE5D-C132D6DC3E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7871" y="4260589"/>
            <a:ext cx="8503087" cy="101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542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15FA4-F150-9046-384A-34348E04D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F59849A-FEFB-0A7A-7D2F-99E71AF9248E}"/>
              </a:ext>
            </a:extLst>
          </p:cNvPr>
          <p:cNvSpPr txBox="1"/>
          <p:nvPr/>
        </p:nvSpPr>
        <p:spPr>
          <a:xfrm>
            <a:off x="4649503" y="81689"/>
            <a:ext cx="2377574" cy="2243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咬一口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原始核组件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摧毁套组件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配合摧毁物品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74A4A8-31CF-8204-D3CF-68CAC7887C54}"/>
              </a:ext>
            </a:extLst>
          </p:cNvPr>
          <p:cNvSpPr txBox="1"/>
          <p:nvPr/>
        </p:nvSpPr>
        <p:spPr>
          <a:xfrm>
            <a:off x="315441" y="508937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俗称小黛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BFF114B-4520-2E07-0682-0F99B07B5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25" y="225549"/>
            <a:ext cx="3372023" cy="464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195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02279E7-A5CD-BDF2-CF43-A7E724F17AE7}"/>
              </a:ext>
            </a:extLst>
          </p:cNvPr>
          <p:cNvSpPr txBox="1"/>
          <p:nvPr/>
        </p:nvSpPr>
        <p:spPr>
          <a:xfrm>
            <a:off x="271601" y="47357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俗称小姐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B48733-F582-F1EF-361E-A75F29E81186}"/>
              </a:ext>
            </a:extLst>
          </p:cNvPr>
          <p:cNvSpPr txBox="1"/>
          <p:nvPr/>
        </p:nvSpPr>
        <p:spPr>
          <a:xfrm>
            <a:off x="4368149" y="62054"/>
            <a:ext cx="6686446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有一位高手说过，小姐你什么核心都能塞进去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两格自成长</a:t>
            </a:r>
            <a:r>
              <a:rPr lang="en-US" altLang="zh-CN" sz="2400" dirty="0" err="1"/>
              <a:t>uzi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一般更常见于原始核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6CF16B9-A9B3-00F9-FD79-39594307D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28" y="179285"/>
            <a:ext cx="3321221" cy="443887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FA9981D-D5C4-2CCF-597C-DDCC9660A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2982" y="1975337"/>
            <a:ext cx="7817417" cy="346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655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296F9-386F-36BC-2452-4B114CD32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F84AAAA-70DA-2B66-C651-804239DD77F6}"/>
              </a:ext>
            </a:extLst>
          </p:cNvPr>
          <p:cNvSpPr txBox="1"/>
          <p:nvPr/>
        </p:nvSpPr>
        <p:spPr>
          <a:xfrm>
            <a:off x="4257268" y="153073"/>
            <a:ext cx="5147563" cy="2243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真</a:t>
            </a:r>
            <a:r>
              <a:rPr lang="en-US" altLang="zh-CN" sz="2400" dirty="0"/>
              <a:t>·</a:t>
            </a:r>
            <a:r>
              <a:rPr lang="zh-CN" altLang="en-US" sz="2400" dirty="0"/>
              <a:t>伙伴核心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它甚至可以给自己加速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提供超级多的加速频率和伙伴频率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提供强大的运转能力</a:t>
            </a:r>
            <a:endParaRPr lang="en-US" altLang="zh-CN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0444E0-6F4E-9852-46FB-3B3E3ECA430A}"/>
              </a:ext>
            </a:extLst>
          </p:cNvPr>
          <p:cNvSpPr txBox="1"/>
          <p:nvPr/>
        </p:nvSpPr>
        <p:spPr>
          <a:xfrm>
            <a:off x="225033" y="5047215"/>
            <a:ext cx="914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</a:t>
            </a:r>
            <a:r>
              <a:rPr lang="en-US" altLang="zh-CN" dirty="0"/>
              <a:t>DJ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5ADDE07-7696-BA05-2B11-A4E4446EA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33" y="153073"/>
            <a:ext cx="3352972" cy="479449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689B74D-DB96-FC97-ABE2-892AE3CA3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736" y="2396380"/>
            <a:ext cx="4052512" cy="13119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4A80566-4834-8AB1-1FC5-6E1FBD314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5248" y="2396379"/>
            <a:ext cx="4168124" cy="131190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5737781-7343-CE5E-9EE1-38010B6537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3843" y="3708280"/>
            <a:ext cx="5600988" cy="124466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58B037A-6D53-1130-D0E0-71B1CD1CB9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2736" y="4947569"/>
            <a:ext cx="6775798" cy="1047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050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8D1A6-92C6-9CEF-0DA5-29757A412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A7613E-EEE7-4883-FAE9-64BAA8FEC8A7}"/>
              </a:ext>
            </a:extLst>
          </p:cNvPr>
          <p:cNvSpPr txBox="1"/>
          <p:nvPr/>
        </p:nvSpPr>
        <p:spPr>
          <a:xfrm>
            <a:off x="3829809" y="-79812"/>
            <a:ext cx="5974713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两秒启动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提供加速频率、伙伴频率、剧毒频率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如果你真的靠他主</a:t>
            </a:r>
            <a:r>
              <a:rPr lang="en-US" altLang="zh-CN" sz="2400" dirty="0"/>
              <a:t>C</a:t>
            </a:r>
            <a:r>
              <a:rPr lang="zh-CN" altLang="en-US" sz="2400" dirty="0"/>
              <a:t>想办法给加速和成长</a:t>
            </a: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8F7DB5D-023C-E02B-D745-32E4F686B2BF}"/>
              </a:ext>
            </a:extLst>
          </p:cNvPr>
          <p:cNvSpPr txBox="1"/>
          <p:nvPr/>
        </p:nvSpPr>
        <p:spPr>
          <a:xfrm>
            <a:off x="221668" y="447577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俗称蜥蜴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D4D20C6-4174-EC94-7ADE-881673037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81" y="191875"/>
            <a:ext cx="3005297" cy="411010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151BF64-B8CC-48AC-EA8D-75789B2C1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071" y="1615621"/>
            <a:ext cx="5643119" cy="111280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EAB4425-DE0E-2182-24B4-69611ECD7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071" y="2679333"/>
            <a:ext cx="6158620" cy="151507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F67F207-CD3B-312D-F10B-1FD272F2BC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9071" y="4144439"/>
            <a:ext cx="5929970" cy="117012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76B685A-8D7A-0781-0BA9-0B9885C232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9071" y="5314567"/>
            <a:ext cx="7067913" cy="95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031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2B008-834B-5BB5-B109-1B4FE2981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6896AD5-CF50-7550-6435-3403D42C44C6}"/>
              </a:ext>
            </a:extLst>
          </p:cNvPr>
          <p:cNvSpPr txBox="1"/>
          <p:nvPr/>
        </p:nvSpPr>
        <p:spPr>
          <a:xfrm>
            <a:off x="4384644" y="205153"/>
            <a:ext cx="2377574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应用场景有限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帮助飞核启动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帮助盾核叠盾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A2497CE-BA6B-8232-0540-CA3D3E663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46" y="278911"/>
            <a:ext cx="3397425" cy="412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530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92B0F-8EA2-8CB8-7110-06361DAF7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CADCC52-6A51-4213-A3F6-E4B819460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87" y="180241"/>
            <a:ext cx="3378374" cy="452143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4CE9C60-DFA1-5127-9F7C-C051F3C5BF45}"/>
              </a:ext>
            </a:extLst>
          </p:cNvPr>
          <p:cNvSpPr txBox="1"/>
          <p:nvPr/>
        </p:nvSpPr>
        <p:spPr>
          <a:xfrm>
            <a:off x="4384644" y="205153"/>
            <a:ext cx="2685351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盾核伤害来源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配合盾心打爆发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盾焊炬指数</a:t>
            </a:r>
            <a:endParaRPr lang="en-US" altLang="zh-CN" sz="2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CF98434-3A80-ADA6-6AE6-6B6C3B751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9069" y="1984186"/>
            <a:ext cx="2127359" cy="70488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3E2FCD5-5884-24FB-FCDD-D388E34DF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330" y="180241"/>
            <a:ext cx="2921150" cy="234327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BF35937-AD39-06E2-004A-7FCC42D488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826" y="2778796"/>
            <a:ext cx="7668587" cy="2345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122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1A5AD-48B7-E196-2B08-D41B93EDE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1166622-9099-B517-F4AD-EE0C22631BA1}"/>
              </a:ext>
            </a:extLst>
          </p:cNvPr>
          <p:cNvSpPr txBox="1"/>
          <p:nvPr/>
        </p:nvSpPr>
        <p:spPr>
          <a:xfrm>
            <a:off x="3943188" y="243154"/>
            <a:ext cx="5455340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在火阵容中提供运转频率和加速频率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BBC54D-AAE5-DA0C-F7AE-96C602742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07" y="313889"/>
            <a:ext cx="3410125" cy="368954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FE22996-C42C-EAC3-8ED4-749A4CC21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807" y="2338272"/>
            <a:ext cx="7055139" cy="153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072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F0466-2EE3-F64D-BD63-DE01CCCC1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A4A1E6B-E558-66F4-7082-D9130CEFF3B9}"/>
              </a:ext>
            </a:extLst>
          </p:cNvPr>
          <p:cNvSpPr txBox="1"/>
          <p:nvPr/>
        </p:nvSpPr>
        <p:spPr>
          <a:xfrm>
            <a:off x="3943188" y="243154"/>
            <a:ext cx="6070893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在盾核缺牌时上一上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更常见于为秒人力场或者多尔王提供暴击</a:t>
            </a: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C5A6F81-4D92-8E86-58CD-0413F3D16E3C}"/>
              </a:ext>
            </a:extLst>
          </p:cNvPr>
          <p:cNvSpPr txBox="1"/>
          <p:nvPr/>
        </p:nvSpPr>
        <p:spPr>
          <a:xfrm>
            <a:off x="276694" y="498061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俗称摄像头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D840ACB-C45A-DB02-7D11-3228CCCB7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61" y="356743"/>
            <a:ext cx="3378374" cy="442617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F1AC579-A527-0CFC-E758-AE4262F40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188" y="1520729"/>
            <a:ext cx="7668587" cy="2345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79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9E6A5-59EE-4E44-0FCA-C7DD52132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5FB7092D-825F-235C-FD02-36305DEA0580}"/>
              </a:ext>
            </a:extLst>
          </p:cNvPr>
          <p:cNvSpPr txBox="1"/>
          <p:nvPr/>
        </p:nvSpPr>
        <p:spPr>
          <a:xfrm>
            <a:off x="396140" y="409808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俗称蓝图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04B38A-54A9-E305-B4F2-9645ECC2F3BF}"/>
              </a:ext>
            </a:extLst>
          </p:cNvPr>
          <p:cNvSpPr txBox="1"/>
          <p:nvPr/>
        </p:nvSpPr>
        <p:spPr>
          <a:xfrm>
            <a:off x="4617753" y="200187"/>
            <a:ext cx="4224233" cy="27973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是个理财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能发出很多妙妙小科技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附魔蓝图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机宝最容易伏笔的卡牌之一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啊我又卡掉蓝图了！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020AD61-8631-FFD8-026B-9878D116C7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97"/>
          <a:stretch>
            <a:fillRect/>
          </a:stretch>
        </p:blipFill>
        <p:spPr>
          <a:xfrm>
            <a:off x="392231" y="200187"/>
            <a:ext cx="3257717" cy="3690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37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979E7-E8F0-F6D3-F706-8F155556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489FFFB-14A4-A6F9-3F08-944E1DC114E7}"/>
              </a:ext>
            </a:extLst>
          </p:cNvPr>
          <p:cNvSpPr txBox="1"/>
          <p:nvPr/>
        </p:nvSpPr>
        <p:spPr>
          <a:xfrm flipH="1">
            <a:off x="2204313" y="2767280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感谢观看</a:t>
            </a:r>
            <a:endParaRPr kumimoji="0" lang="en-US" altLang="zh-CN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699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宋体">
      <a:majorFont>
        <a:latin typeface="思源宋体 Heavy"/>
        <a:ea typeface="思源宋体 Heavy"/>
        <a:cs typeface=""/>
      </a:majorFont>
      <a:minorFont>
        <a:latin typeface="思源宋体"/>
        <a:ea typeface="思源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4085</TotalTime>
  <Words>216</Words>
  <Application>Microsoft Office PowerPoint</Application>
  <PresentationFormat>宽屏</PresentationFormat>
  <Paragraphs>40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思源宋体</vt:lpstr>
      <vt:lpstr>思源宋体 CN Medium</vt:lpstr>
      <vt:lpstr>思源宋体 Heavy</vt:lpstr>
      <vt:lpstr>Arial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52SW</dc:creator>
  <cp:lastModifiedBy>SW 52</cp:lastModifiedBy>
  <cp:revision>32</cp:revision>
  <dcterms:created xsi:type="dcterms:W3CDTF">2025-07-23T00:59:00Z</dcterms:created>
  <dcterms:modified xsi:type="dcterms:W3CDTF">2026-06-20T15:40:09Z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