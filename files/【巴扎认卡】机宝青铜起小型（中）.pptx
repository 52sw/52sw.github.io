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6" r:id="rId4"/>
    <p:sldId id="277" r:id="rId5"/>
    <p:sldId id="262" r:id="rId6"/>
    <p:sldId id="263" r:id="rId7"/>
    <p:sldId id="264" r:id="rId8"/>
    <p:sldId id="278" r:id="rId9"/>
    <p:sldId id="279" r:id="rId10"/>
    <p:sldId id="281" r:id="rId11"/>
    <p:sldId id="280" r:id="rId12"/>
    <p:sldId id="266" r:id="rId13"/>
    <p:sldId id="267" r:id="rId14"/>
    <p:sldId id="268" r:id="rId15"/>
    <p:sldId id="269" r:id="rId16"/>
    <p:sldId id="270" r:id="rId17"/>
    <p:sldId id="282" r:id="rId18"/>
    <p:sldId id="28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400" y="2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3233676" y="3770265"/>
            <a:ext cx="5724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青铜起小型（中）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1BB43F3-0281-2189-A13E-9F2C55B3ACC7}"/>
              </a:ext>
            </a:extLst>
          </p:cNvPr>
          <p:cNvSpPr txBox="1"/>
          <p:nvPr/>
        </p:nvSpPr>
        <p:spPr>
          <a:xfrm>
            <a:off x="4649503" y="0"/>
            <a:ext cx="6070893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前两天热修了（</a:t>
            </a:r>
            <a:r>
              <a:rPr lang="en-US" altLang="zh-CN" sz="2400" dirty="0"/>
              <a:t>20/30/40/50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不像以前那么不吃敲位了，可以酌情升级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53E904-1CAF-8BF4-5D9F-DCF2B98F4E6C}"/>
              </a:ext>
            </a:extLst>
          </p:cNvPr>
          <p:cNvSpPr txBox="1"/>
          <p:nvPr/>
        </p:nvSpPr>
        <p:spPr>
          <a:xfrm>
            <a:off x="356471" y="513485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俗称铁丝网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49B7FF-2AAD-DC6D-6F41-FE8DDB829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1" y="403106"/>
            <a:ext cx="3810196" cy="460398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37B7A44-E7E7-77B6-C7A9-AF1992A34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667" y="4419255"/>
            <a:ext cx="3365686" cy="155293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C0DF391-57B3-6448-5F69-FAE8D0C90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053" y="1135311"/>
            <a:ext cx="5821158" cy="102005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920E26A-0202-8688-091C-420A07CCD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342" y="2155362"/>
            <a:ext cx="5821158" cy="114965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C7DD415-9058-7F80-0DFC-0542C5A325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5053" y="3305012"/>
            <a:ext cx="5870010" cy="111424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60A3333-7B21-99B5-7658-20544269BD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2527" y="4454663"/>
            <a:ext cx="1844383" cy="145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8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617753" y="200187"/>
            <a:ext cx="4532010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不推荐与减速毒体系相互搭配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8782FB-C161-6A08-E2A4-F3AB836F75FD}"/>
              </a:ext>
            </a:extLst>
          </p:cNvPr>
          <p:cNvSpPr txBox="1"/>
          <p:nvPr/>
        </p:nvSpPr>
        <p:spPr>
          <a:xfrm>
            <a:off x="356471" y="513485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俗称铁丝网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417047-CDC6-635F-8CD1-E99D715B5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1" y="403106"/>
            <a:ext cx="3810196" cy="46039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C44C648-C50B-04AE-C5BC-6CB247BA4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083" y="852666"/>
            <a:ext cx="5918504" cy="11049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0B5EE4-E419-4671-67A3-38F3D515E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03" y="2028789"/>
            <a:ext cx="6750397" cy="135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649503" y="0"/>
            <a:ext cx="3300904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搭配护盾（盾附魔）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4A4A8-31CF-8204-D3CF-68CAC7887C54}"/>
              </a:ext>
            </a:extLst>
          </p:cNvPr>
          <p:cNvSpPr txBox="1"/>
          <p:nvPr/>
        </p:nvSpPr>
        <p:spPr>
          <a:xfrm>
            <a:off x="356471" y="513485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俗称铁丝网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7AF134-3E42-9790-AEDB-1732B69A0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1" y="403106"/>
            <a:ext cx="3810196" cy="46039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1A2D151-A9AB-A72F-ED76-6853BA79F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503" y="581313"/>
            <a:ext cx="6680543" cy="13335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12D5BB-B61B-E279-40EA-667074D30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503" y="1914882"/>
            <a:ext cx="6356677" cy="111130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8CEA1FF-7334-22F2-1621-755362F93B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503" y="3026189"/>
            <a:ext cx="6737579" cy="120930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B9C351E-3D8A-281D-6EF5-297AAAFAE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503" y="4359758"/>
            <a:ext cx="4566640" cy="148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02279E7-A5CD-BDF2-CF43-A7E724F17AE7}"/>
              </a:ext>
            </a:extLst>
          </p:cNvPr>
          <p:cNvSpPr txBox="1"/>
          <p:nvPr/>
        </p:nvSpPr>
        <p:spPr>
          <a:xfrm>
            <a:off x="191859" y="475215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俗称锤特、小锤、锤子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BE86B5-0DFE-EE89-DA30-232CFAD86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72" y="339614"/>
            <a:ext cx="3695890" cy="432457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5B48733-F582-F1EF-361E-A75F29E81186}"/>
              </a:ext>
            </a:extLst>
          </p:cNvPr>
          <p:cNvSpPr txBox="1"/>
          <p:nvPr/>
        </p:nvSpPr>
        <p:spPr>
          <a:xfrm>
            <a:off x="4649503" y="0"/>
            <a:ext cx="3608680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配合参考铁丝网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焊接枪没人贴可以贴他</a:t>
            </a:r>
            <a:endParaRPr lang="en-US" altLang="zh-CN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FC97C66-BF24-AAD6-C733-C436F1444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117" y="4379608"/>
            <a:ext cx="2821656" cy="13019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B4C2BD5-CC20-5647-3112-6AF0C7A42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503" y="1095663"/>
            <a:ext cx="5821158" cy="102005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C231A32-8C55-A1DA-55F6-31FB5F9FE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792" y="2115714"/>
            <a:ext cx="5821158" cy="114965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D35BF4D-1C0B-7004-9603-637103B19D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773" y="4361994"/>
            <a:ext cx="4820635" cy="114965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55CAA80-01E7-57A6-6245-2C8C59C7B8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792" y="3265365"/>
            <a:ext cx="4666763" cy="11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5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96F9-386F-36BC-2452-4B114CD3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F84AAAA-70DA-2B66-C651-804239DD77F6}"/>
              </a:ext>
            </a:extLst>
          </p:cNvPr>
          <p:cNvSpPr txBox="1"/>
          <p:nvPr/>
        </p:nvSpPr>
        <p:spPr>
          <a:xfrm>
            <a:off x="4661714" y="0"/>
            <a:ext cx="5254965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小附魔有毒</a:t>
            </a:r>
            <a:r>
              <a:rPr lang="en-US" altLang="zh-CN" sz="2400" dirty="0"/>
              <a:t>/</a:t>
            </a:r>
            <a:r>
              <a:rPr lang="zh-CN" altLang="en-US" sz="2400" dirty="0"/>
              <a:t>长青前两天打架很厉害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可以用于打野刷卡</a:t>
            </a:r>
            <a:r>
              <a:rPr lang="en-US" altLang="zh-CN" sz="2400" dirty="0"/>
              <a:t>/</a:t>
            </a:r>
            <a:r>
              <a:rPr lang="zh-CN" altLang="en-US" sz="2400" dirty="0"/>
              <a:t>喝水</a:t>
            </a:r>
            <a:endParaRPr lang="en-US" altLang="zh-CN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1DD628-0C0C-B05B-77AA-AA4A046C105F}"/>
              </a:ext>
            </a:extLst>
          </p:cNvPr>
          <p:cNvSpPr txBox="1"/>
          <p:nvPr/>
        </p:nvSpPr>
        <p:spPr>
          <a:xfrm>
            <a:off x="174763" y="478053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935B16-06B2-E3B9-016F-A91999E8D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13" y="223828"/>
            <a:ext cx="3702240" cy="43626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77EF194-A7C1-B349-497B-65A23AC2F4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82"/>
          <a:stretch>
            <a:fillRect/>
          </a:stretch>
        </p:blipFill>
        <p:spPr>
          <a:xfrm>
            <a:off x="4451187" y="1289005"/>
            <a:ext cx="6324925" cy="16446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4F76650-2950-99CA-C3A4-EC93213CA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187" y="2933700"/>
            <a:ext cx="7309226" cy="183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5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A7613E-EEE7-4883-FAE9-64BAA8FEC8A7}"/>
              </a:ext>
            </a:extLst>
          </p:cNvPr>
          <p:cNvSpPr txBox="1"/>
          <p:nvPr/>
        </p:nvSpPr>
        <p:spPr>
          <a:xfrm>
            <a:off x="4611403" y="0"/>
            <a:ext cx="1762021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起防神卡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需要养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174763" y="47805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俗称胶带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E6716F-3BC9-C87B-5A0C-1C18A4DE8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0" y="209077"/>
            <a:ext cx="3746693" cy="43690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8BB71B-0CE4-3FA6-D546-C7F290380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868" y="1262106"/>
            <a:ext cx="7626742" cy="114305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528F8DC-F180-A88B-30FB-E03AC835A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867" y="2405165"/>
            <a:ext cx="7594520" cy="20476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DAA0F23-A7A3-7414-9B3B-130C46EFC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865" y="4452835"/>
            <a:ext cx="7650467" cy="93016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19C5C5B-5664-D476-EBF8-F4DD9CC88A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10" y="5379621"/>
            <a:ext cx="3546732" cy="66707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C1F9374-82E8-5D1C-505F-96B4E36031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2742" y="5386379"/>
            <a:ext cx="3411645" cy="66031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9F856E4-D49C-6C23-BE75-991F665F74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135" y="5366505"/>
            <a:ext cx="4844875" cy="68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2B008-834B-5BB5-B109-1B4FE2981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896AD5-CF50-7550-6435-3403D42C44C6}"/>
              </a:ext>
            </a:extLst>
          </p:cNvPr>
          <p:cNvSpPr txBox="1"/>
          <p:nvPr/>
        </p:nvSpPr>
        <p:spPr>
          <a:xfrm>
            <a:off x="4611403" y="0"/>
            <a:ext cx="2993127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很多小附魔很厉害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8E0F5B-1ADA-6985-9D00-D6E939FFB167}"/>
              </a:ext>
            </a:extLst>
          </p:cNvPr>
          <p:cNvSpPr txBox="1"/>
          <p:nvPr/>
        </p:nvSpPr>
        <p:spPr>
          <a:xfrm>
            <a:off x="174763" y="47805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俗称胶带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B5A7DE-CC86-6F34-4860-B7DE9B3FD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0" y="209077"/>
            <a:ext cx="3746693" cy="43690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C665318-6DEC-3157-5D89-B65D61AC2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778" y="673099"/>
            <a:ext cx="7757227" cy="410744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BC2A1B2-8609-0E2D-B712-299D9E94B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778" y="4780539"/>
            <a:ext cx="6045207" cy="108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30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A5AD-48B7-E196-2B08-D41B93ED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166622-9099-B517-F4AD-EE0C22631BA1}"/>
              </a:ext>
            </a:extLst>
          </p:cNvPr>
          <p:cNvSpPr txBox="1"/>
          <p:nvPr/>
        </p:nvSpPr>
        <p:spPr>
          <a:xfrm>
            <a:off x="4611403" y="0"/>
            <a:ext cx="1762021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搭配很多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8A600F-D2E2-C170-CA0E-CAB20DF1A100}"/>
              </a:ext>
            </a:extLst>
          </p:cNvPr>
          <p:cNvSpPr txBox="1"/>
          <p:nvPr/>
        </p:nvSpPr>
        <p:spPr>
          <a:xfrm>
            <a:off x="174763" y="47805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俗称胶带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FCDC72-9677-FE2D-60F1-6479C58BA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0" y="209077"/>
            <a:ext cx="3746693" cy="43690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FDE089C-73BE-0575-38F2-D03C31EEF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585" y="581313"/>
            <a:ext cx="2821656" cy="13019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1EF94A8-B5F5-1D53-3E67-35A0F0263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891" y="581313"/>
            <a:ext cx="4160939" cy="130192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87774D3-39CD-EC61-5655-9F44314A3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585" y="1958461"/>
            <a:ext cx="4461031" cy="13658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090F1BE-9DCA-7553-8740-B80BDF7D40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1585" y="3324272"/>
            <a:ext cx="6813533" cy="136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72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E6A5-59EE-4E44-0FCA-C7DD5213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5FB7092D-825F-235C-FD02-36305DEA0580}"/>
              </a:ext>
            </a:extLst>
          </p:cNvPr>
          <p:cNvSpPr txBox="1"/>
          <p:nvPr/>
        </p:nvSpPr>
        <p:spPr>
          <a:xfrm>
            <a:off x="174763" y="47805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俗称胶带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46E95E-722A-0160-0302-51A9F7D55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0" y="209077"/>
            <a:ext cx="3746693" cy="43690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EC706F-DB7A-FAC1-4158-3E28E3FAE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860" y="323948"/>
            <a:ext cx="5925540" cy="392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3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792C-E833-F931-2E3C-161A8CC8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27A353-929F-07D0-0FE0-BE1941445DBB}"/>
              </a:ext>
            </a:extLst>
          </p:cNvPr>
          <p:cNvSpPr txBox="1"/>
          <p:nvPr/>
        </p:nvSpPr>
        <p:spPr>
          <a:xfrm>
            <a:off x="4611403" y="0"/>
            <a:ext cx="2685351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优质的四秒伙伴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活力冲击触发者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02C0E5-8E61-CEF8-3FDD-63D3D99F9619}"/>
              </a:ext>
            </a:extLst>
          </p:cNvPr>
          <p:cNvSpPr txBox="1"/>
          <p:nvPr/>
        </p:nvSpPr>
        <p:spPr>
          <a:xfrm>
            <a:off x="174763" y="47805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俗称艾登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536568-8AFF-0536-2DFB-7337E80A1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82" y="341309"/>
            <a:ext cx="3626036" cy="41277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56E67A3-D040-BCEB-4BA6-5E1BD4CA3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710" y="1135311"/>
            <a:ext cx="2331440" cy="15450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EB29DB-2D52-8D0F-43E4-9E9B7629D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710" y="2680367"/>
            <a:ext cx="6787529" cy="120734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03AA225-DCEB-62FC-BE6F-C4C23F7F83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612"/>
          <a:stretch>
            <a:fillRect/>
          </a:stretch>
        </p:blipFill>
        <p:spPr>
          <a:xfrm>
            <a:off x="4308442" y="3887707"/>
            <a:ext cx="5976624" cy="188327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B688973-9988-E59F-17E5-F943CC13D80F}"/>
              </a:ext>
            </a:extLst>
          </p:cNvPr>
          <p:cNvSpPr txBox="1"/>
          <p:nvPr/>
        </p:nvSpPr>
        <p:spPr>
          <a:xfrm>
            <a:off x="6987742" y="1135311"/>
            <a:ext cx="4639412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常用于在飞核</a:t>
            </a:r>
            <a:r>
              <a:rPr lang="en-US" altLang="zh-CN" sz="2400" dirty="0"/>
              <a:t>/</a:t>
            </a:r>
            <a:r>
              <a:rPr lang="zh-CN" altLang="en-US" sz="2400" dirty="0"/>
              <a:t>伙伴核提供启动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其他核心也能用来对轴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263566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EAD3D-AD05-4299-7B19-24B9687E3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63BE176-B7FC-D230-6C36-8A4033480673}"/>
              </a:ext>
            </a:extLst>
          </p:cNvPr>
          <p:cNvSpPr txBox="1"/>
          <p:nvPr/>
        </p:nvSpPr>
        <p:spPr>
          <a:xfrm>
            <a:off x="4649503" y="293559"/>
            <a:ext cx="3608680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常见于火开丢上去补火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E33D31-4427-ED3E-9648-77D9A8920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50" y="874872"/>
            <a:ext cx="7499571" cy="29035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6FC763E-0BC2-EDAF-3CB4-20A5D9CCA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79" y="293559"/>
            <a:ext cx="3689540" cy="486435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33D95F5-F8A4-083B-F1A8-83EF97172AD5}"/>
              </a:ext>
            </a:extLst>
          </p:cNvPr>
          <p:cNvSpPr txBox="1"/>
          <p:nvPr/>
        </p:nvSpPr>
        <p:spPr>
          <a:xfrm>
            <a:off x="4649503" y="3894009"/>
            <a:ext cx="3408305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长青</a:t>
            </a:r>
            <a:r>
              <a:rPr lang="en-US" altLang="zh-CN" sz="2400" dirty="0"/>
              <a:t>/</a:t>
            </a:r>
            <a:r>
              <a:rPr lang="zh-CN" altLang="en-US" sz="2400" dirty="0"/>
              <a:t>毒附魔打架还行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122842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3070-BD78-306E-6F5D-4E48E1FA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FF07233-DA78-AEA7-C891-A8C5DE83F5AA}"/>
              </a:ext>
            </a:extLst>
          </p:cNvPr>
          <p:cNvSpPr txBox="1"/>
          <p:nvPr/>
        </p:nvSpPr>
        <p:spPr>
          <a:xfrm>
            <a:off x="4649503" y="100128"/>
            <a:ext cx="7301999" cy="2797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好吃爱吃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常见于包里有一堆垃圾或者容易有一堆垃圾的情况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打折店见到基本都可以吃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看个人习惯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小附魔发烂了拿一个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6C4F46-AB8F-81CE-AD4B-00914A3D9477}"/>
              </a:ext>
            </a:extLst>
          </p:cNvPr>
          <p:cNvSpPr txBox="1"/>
          <p:nvPr/>
        </p:nvSpPr>
        <p:spPr>
          <a:xfrm>
            <a:off x="127870" y="53971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俗称棒子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182A94-DCDB-B307-9B4B-C4BE4B8C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77" y="517413"/>
            <a:ext cx="3746693" cy="43372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00F0694-019F-2851-0D62-A11007FEE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0" y="2897432"/>
            <a:ext cx="5359621" cy="298020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1F5A99B-7E71-DB63-1F56-CF8212E04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562" y="1304852"/>
            <a:ext cx="2902061" cy="193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27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8A2A7-2732-AA63-C008-18A3230C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38A0A48-6F15-22FE-87D9-DCF537055BFA}"/>
              </a:ext>
            </a:extLst>
          </p:cNvPr>
          <p:cNvSpPr txBox="1"/>
          <p:nvPr/>
        </p:nvSpPr>
        <p:spPr>
          <a:xfrm>
            <a:off x="4649503" y="100128"/>
            <a:ext cx="4639412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前期用于过渡的四秒武器</a:t>
            </a:r>
            <a:r>
              <a:rPr lang="en-US" altLang="zh-CN" sz="2400" dirty="0"/>
              <a:t>/</a:t>
            </a:r>
            <a:r>
              <a:rPr lang="zh-CN" altLang="en-US" sz="2400" dirty="0"/>
              <a:t>科技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966176-2258-64C6-3FAC-E780ADBF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53" y="317400"/>
            <a:ext cx="3714941" cy="38991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D3E7446-94AD-F333-349A-4C4B971D5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990" y="793750"/>
            <a:ext cx="5985836" cy="437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5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0FCCF-18FF-E8F6-6DAF-571F421A8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248AC8-3F81-42AE-2963-3213DE23A987}"/>
              </a:ext>
            </a:extLst>
          </p:cNvPr>
          <p:cNvSpPr txBox="1"/>
          <p:nvPr/>
        </p:nvSpPr>
        <p:spPr>
          <a:xfrm>
            <a:off x="4649503" y="100128"/>
            <a:ext cx="5763116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爽看牌 爽吃棒子 爽白嫖 买灯送灯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除非背包卡死否则见到就抓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背包空间充足可以留着碰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高等级情况下可能上场参与科技套应急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73A48F-5AE9-2CF6-8DC0-0CB46DAC5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83" y="237982"/>
            <a:ext cx="3702240" cy="55565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E6F35B-5E0F-699F-10C0-477319C01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2431961"/>
            <a:ext cx="3514839" cy="276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23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A988-BE70-45D8-57B0-AEAEE5A1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53D2F34-7624-970A-E953-BF35F7A7D1E0}"/>
              </a:ext>
            </a:extLst>
          </p:cNvPr>
          <p:cNvSpPr txBox="1"/>
          <p:nvPr/>
        </p:nvSpPr>
        <p:spPr>
          <a:xfrm>
            <a:off x="4649503" y="100128"/>
            <a:ext cx="6070893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常用于和左充核心互踩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减速全能核体系里可能放在右边提供减速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也可以在科技套里使用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81EBF5-C56D-CA67-FBDD-E988366A7FF1}"/>
              </a:ext>
            </a:extLst>
          </p:cNvPr>
          <p:cNvSpPr txBox="1"/>
          <p:nvPr/>
        </p:nvSpPr>
        <p:spPr>
          <a:xfrm>
            <a:off x="108332" y="4932566"/>
            <a:ext cx="1810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</a:t>
            </a:r>
            <a:r>
              <a:rPr lang="en-US" altLang="zh-CN" dirty="0"/>
              <a:t>LED</a:t>
            </a:r>
            <a:r>
              <a:rPr lang="zh-CN" altLang="en-US" dirty="0"/>
              <a:t>、灯带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AA54A1-B882-0986-C26F-16C341445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29" y="412637"/>
            <a:ext cx="3740342" cy="43817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1164BA-4082-2BFD-DC7C-55D82F036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053" y="1983498"/>
            <a:ext cx="5821158" cy="102005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FAAF85D-56C5-553D-6124-637E4DBEF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403" y="3003549"/>
            <a:ext cx="5870010" cy="111424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57B3A64-DD40-5AF2-DFDB-65EBB6A05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053" y="4117792"/>
            <a:ext cx="5870010" cy="148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44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2B83A-4793-59F0-DA25-5DE2A1E5F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2978DAA-C2F3-2E54-A522-31F9492AA0F2}"/>
              </a:ext>
            </a:extLst>
          </p:cNvPr>
          <p:cNvSpPr txBox="1"/>
          <p:nvPr/>
        </p:nvSpPr>
        <p:spPr>
          <a:xfrm>
            <a:off x="4649503" y="100128"/>
            <a:ext cx="4224233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常用于配合大量伙伴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砖友的好输出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防御附魔很强（毒也不错）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有点吃敲位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10E707-23E0-FD1E-8235-DD6E03A391D1}"/>
              </a:ext>
            </a:extLst>
          </p:cNvPr>
          <p:cNvSpPr txBox="1"/>
          <p:nvPr/>
        </p:nvSpPr>
        <p:spPr>
          <a:xfrm>
            <a:off x="108332" y="49325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俗称科尔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4BA3E3-70D1-5B6D-B503-7BE4334F7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55" y="138228"/>
            <a:ext cx="3695890" cy="45595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1FB10D0-47D3-2F9C-5C07-F6A6BFAF1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079" y="2559045"/>
            <a:ext cx="7556718" cy="99698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5F72CC0-D429-2362-1A8A-0EC9CBB51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079" y="3800461"/>
            <a:ext cx="5670841" cy="55247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48CDE25-6C87-302D-FC07-0B10F882B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079" y="4352939"/>
            <a:ext cx="2819545" cy="55247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3F54972-BA59-3CFB-3D4E-394C4BD911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375" y="4352939"/>
            <a:ext cx="2819545" cy="7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12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300</Words>
  <Application>Microsoft Office PowerPoint</Application>
  <PresentationFormat>宽屏</PresentationFormat>
  <Paragraphs>51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5</cp:revision>
  <dcterms:created xsi:type="dcterms:W3CDTF">2025-07-23T00:59:00Z</dcterms:created>
  <dcterms:modified xsi:type="dcterms:W3CDTF">2026-05-02T13:23:00Z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