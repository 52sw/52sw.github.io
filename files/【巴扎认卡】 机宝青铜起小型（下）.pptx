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84" r:id="rId4"/>
    <p:sldId id="276" r:id="rId5"/>
    <p:sldId id="277" r:id="rId6"/>
    <p:sldId id="285" r:id="rId7"/>
    <p:sldId id="262" r:id="rId8"/>
    <p:sldId id="286" r:id="rId9"/>
    <p:sldId id="263" r:id="rId10"/>
    <p:sldId id="264" r:id="rId11"/>
    <p:sldId id="287" r:id="rId12"/>
    <p:sldId id="280" r:id="rId13"/>
    <p:sldId id="266" r:id="rId14"/>
    <p:sldId id="288" r:id="rId15"/>
    <p:sldId id="267" r:id="rId16"/>
    <p:sldId id="289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3233676" y="3770265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青铜起小型（下）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1BB43F3-0281-2189-A13E-9F2C55B3ACC7}"/>
              </a:ext>
            </a:extLst>
          </p:cNvPr>
          <p:cNvSpPr txBox="1"/>
          <p:nvPr/>
        </p:nvSpPr>
        <p:spPr>
          <a:xfrm>
            <a:off x="4649503" y="267410"/>
            <a:ext cx="6686446" cy="3351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一般来说启动后左边一个伙伴右边一个伙伴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转的也不算特别慢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火开用来补火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在有更有效率的牌（上火效率</a:t>
            </a:r>
            <a:r>
              <a:rPr lang="en-US" altLang="zh-CN" sz="2400" dirty="0"/>
              <a:t>/</a:t>
            </a:r>
            <a:r>
              <a:rPr lang="zh-CN" altLang="en-US" sz="2400" dirty="0"/>
              <a:t>伙伴频率）后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很容易被优化掉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提供加速频率（红虫、电钻）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53E904-1CAF-8BF4-5D9F-DCF2B98F4E6C}"/>
              </a:ext>
            </a:extLst>
          </p:cNvPr>
          <p:cNvSpPr txBox="1"/>
          <p:nvPr/>
        </p:nvSpPr>
        <p:spPr>
          <a:xfrm>
            <a:off x="276691" y="57208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俗称小队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1907FA-F70B-1D2C-D7C9-CE25F17E5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44" y="255136"/>
            <a:ext cx="3676839" cy="53215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51049F5-008E-4A9E-5B25-5C12BCDB0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563" y="3687698"/>
            <a:ext cx="6553011" cy="207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8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590B5-384C-0F50-E915-15278982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BAC9C87-4A8D-8147-DEF2-68958997B681}"/>
              </a:ext>
            </a:extLst>
          </p:cNvPr>
          <p:cNvSpPr txBox="1"/>
          <p:nvPr/>
        </p:nvSpPr>
        <p:spPr>
          <a:xfrm>
            <a:off x="276691" y="57208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俗称小队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B41ED1-03AD-1487-D504-3535CDBDD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44" y="255136"/>
            <a:ext cx="3676839" cy="532157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BE6016D-6D4B-7401-A06C-57C85470A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198" y="162387"/>
            <a:ext cx="5796976" cy="9173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FAB7C24-B4D6-AAD6-1955-BEB116223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98" y="1076532"/>
            <a:ext cx="5398077" cy="95460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A79EB16-9766-F81E-C491-F4CF55746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198" y="3381091"/>
            <a:ext cx="5796976" cy="110311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D656668-F00A-658F-DA63-862BEA71E7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7146" y="2093659"/>
            <a:ext cx="2135215" cy="109319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113B11C-1791-A297-6CF0-1E5673FAE5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198" y="2031139"/>
            <a:ext cx="4976880" cy="13499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0335EA2-DDED-30D9-B47D-F939D4F505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9198" y="4457725"/>
            <a:ext cx="4845237" cy="132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9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617753" y="200187"/>
            <a:ext cx="6686446" cy="3351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左边贴个伙伴右边贴个工具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右边贴个伙伴左边贴个工具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贴一个既是伙伴又是工具的家伙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这种时候↑可以考虑给点加速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很适合吃火成长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加速、减速、毒、冰附魔的焊枪踩电钻特别爽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8782FB-C161-6A08-E2A4-F3AB836F75FD}"/>
              </a:ext>
            </a:extLst>
          </p:cNvPr>
          <p:cNvSpPr txBox="1"/>
          <p:nvPr/>
        </p:nvSpPr>
        <p:spPr>
          <a:xfrm>
            <a:off x="356471" y="5134851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俗称焊枪、（火）三连发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B883B5-3E30-453F-108B-5505A35B8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16" y="200187"/>
            <a:ext cx="3695890" cy="47119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7C78B76-D050-3CFC-E4B5-801869248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71" y="5644637"/>
            <a:ext cx="914447" cy="9144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7310FC0-9676-ECA6-E34B-159D7EED0E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4" r="62836"/>
          <a:stretch>
            <a:fillRect/>
          </a:stretch>
        </p:blipFill>
        <p:spPr>
          <a:xfrm>
            <a:off x="4617753" y="3578818"/>
            <a:ext cx="2849874" cy="109361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15A773C-10BB-89CC-94E3-0F498540F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53" y="4657299"/>
            <a:ext cx="2797736" cy="118835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E20CAC7-FBFF-59CC-BDB4-D1C44D264B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7348"/>
          <a:stretch>
            <a:fillRect/>
          </a:stretch>
        </p:blipFill>
        <p:spPr>
          <a:xfrm>
            <a:off x="7467626" y="3568224"/>
            <a:ext cx="2426271" cy="110420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498EAC1-A58D-413B-5398-B766701369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3123" b="9144"/>
          <a:stretch>
            <a:fillRect/>
          </a:stretch>
        </p:blipFill>
        <p:spPr>
          <a:xfrm>
            <a:off x="7327399" y="4657299"/>
            <a:ext cx="2611174" cy="118835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B6FA6F4-4FEE-5F9A-DC45-1DD88938406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4189" b="35822"/>
          <a:stretch>
            <a:fillRect/>
          </a:stretch>
        </p:blipFill>
        <p:spPr>
          <a:xfrm>
            <a:off x="9893897" y="4045224"/>
            <a:ext cx="2067068" cy="121382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493609E-7F93-2F4A-30E5-9109767C69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870" y="689390"/>
            <a:ext cx="2611174" cy="159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631092" y="196668"/>
            <a:ext cx="3916457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高贵的定向加速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提供减速源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没有减速配合可以单加速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4A4A8-31CF-8204-D3CF-68CAC7887C54}"/>
              </a:ext>
            </a:extLst>
          </p:cNvPr>
          <p:cNvSpPr txBox="1"/>
          <p:nvPr/>
        </p:nvSpPr>
        <p:spPr>
          <a:xfrm>
            <a:off x="356471" y="513485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俗称砂光机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9905A5-A1DB-E09B-8D41-D228CF97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03" y="487325"/>
            <a:ext cx="3689540" cy="43245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D2B1620-D297-FED3-8555-9FA217CC3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867" y="1885977"/>
            <a:ext cx="5497783" cy="17757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8602C18-8205-6F03-6A1A-F9C24CD84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630" y="3755469"/>
            <a:ext cx="2819545" cy="55247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906287D-EDC2-DCB7-D67D-78FB17525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630" y="4307947"/>
            <a:ext cx="281954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2881-69BE-8E13-2506-900A5CDCF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4266671-EF72-05E2-6FB2-2078ADE3BDAC}"/>
              </a:ext>
            </a:extLst>
          </p:cNvPr>
          <p:cNvSpPr txBox="1"/>
          <p:nvPr/>
        </p:nvSpPr>
        <p:spPr>
          <a:xfrm>
            <a:off x="356471" y="513485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俗称砂光机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857C37-BDDD-7075-F68B-85157BD59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03" y="487325"/>
            <a:ext cx="3689540" cy="432457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7667A85-A834-3D09-BD84-38CC9A04C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139" y="373360"/>
            <a:ext cx="4845237" cy="132374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DF7C66C-2521-5F0F-CF43-D98C33936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139" y="1697103"/>
            <a:ext cx="6293173" cy="115575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7140CF6-9ADF-2A7C-DB7C-E4F269851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139" y="2852862"/>
            <a:ext cx="6007409" cy="10287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5642A18-8DC4-7741-FA83-45D752389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3139" y="3881615"/>
            <a:ext cx="3877580" cy="162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3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256336" y="475215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俗称电弧枪、科技枪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B48733-F582-F1EF-361E-A75F29E81186}"/>
              </a:ext>
            </a:extLst>
          </p:cNvPr>
          <p:cNvSpPr txBox="1"/>
          <p:nvPr/>
        </p:nvSpPr>
        <p:spPr>
          <a:xfrm>
            <a:off x="4631918" y="93785"/>
            <a:ext cx="3608680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科技套组件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配合一堆科技打架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优质小循环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小附魔闪亮谁玩谁知道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C988B25-5335-930D-F79C-7DE6A63E9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34" y="265858"/>
            <a:ext cx="3651438" cy="42864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3196E9-A0FE-C565-D3C4-40E61BB8A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761" y="3982998"/>
            <a:ext cx="3710646" cy="15474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77AE8D2-8410-4C69-79B6-D6BAFC280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760" y="2337091"/>
            <a:ext cx="5016655" cy="165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2888-23A9-E5E9-42BC-8880C56E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6AC025D-B30D-B6E2-AE03-11AD68C6EF72}"/>
              </a:ext>
            </a:extLst>
          </p:cNvPr>
          <p:cNvSpPr txBox="1"/>
          <p:nvPr/>
        </p:nvSpPr>
        <p:spPr>
          <a:xfrm>
            <a:off x="256336" y="475215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俗称电弧枪、科技枪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B9CAD7-1469-ABD4-315A-B6342BD11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34" y="265858"/>
            <a:ext cx="3651438" cy="428647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D5F4598-E6AA-E2A1-DA69-E5C5BEB02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790" y="223925"/>
            <a:ext cx="4729441" cy="15632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AA1D5B-2013-371A-333B-9283C4E81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790" y="1787214"/>
            <a:ext cx="5041569" cy="16036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26725D2-00C2-8FC1-E8F6-E822F6415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790" y="3350503"/>
            <a:ext cx="6502734" cy="106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84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F9-386F-36BC-2452-4B114CD3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F84AAAA-70DA-2B66-C651-804239DD77F6}"/>
              </a:ext>
            </a:extLst>
          </p:cNvPr>
          <p:cNvSpPr txBox="1"/>
          <p:nvPr/>
        </p:nvSpPr>
        <p:spPr>
          <a:xfrm>
            <a:off x="4632407" y="252046"/>
            <a:ext cx="1762021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提供充能</a:t>
            </a:r>
            <a:endParaRPr lang="en-US" altLang="zh-CN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1DD628-0C0C-B05B-77AA-AA4A046C105F}"/>
              </a:ext>
            </a:extLst>
          </p:cNvPr>
          <p:cNvSpPr txBox="1"/>
          <p:nvPr/>
        </p:nvSpPr>
        <p:spPr>
          <a:xfrm>
            <a:off x="343050" y="476894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隔壁海盗馋哭了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3D62E5-F8C2-C2AD-324A-F71E74F3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50" y="420216"/>
            <a:ext cx="3651438" cy="40832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95661EC-6E1D-D283-3D39-578F636E9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707" y="898330"/>
            <a:ext cx="6025885" cy="194255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F83482B-C2DD-921D-9CB1-B081B1290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146" y="2905856"/>
            <a:ext cx="5684426" cy="80739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824B46-8E46-3D56-9121-A81A80AB5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146" y="3713249"/>
            <a:ext cx="3402563" cy="140389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B82F78E-7B69-91F7-6607-7EF82E129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4367" y="3987854"/>
            <a:ext cx="2819545" cy="7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5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272953" y="4596432"/>
            <a:ext cx="1452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</a:t>
            </a:r>
            <a:r>
              <a:rPr lang="en-US" altLang="zh-CN" dirty="0"/>
              <a:t>plasma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CFB8AE-8BDA-EC7F-C5DC-34AEEED02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8" y="398926"/>
            <a:ext cx="3651438" cy="392450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52E2406-A232-0A99-042D-9AA1DB471C59}"/>
              </a:ext>
            </a:extLst>
          </p:cNvPr>
          <p:cNvSpPr txBox="1"/>
          <p:nvPr/>
        </p:nvSpPr>
        <p:spPr>
          <a:xfrm>
            <a:off x="4632407" y="252046"/>
            <a:ext cx="4839786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提供大量异常（减速、灼烧）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辅助火开上火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作为内鬼帮对面给自己上火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小附魔手雷十分优质（除了火）</a:t>
            </a:r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63A73BC-C6D5-3B6D-8FBF-02CF0ADC6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00" y="2495352"/>
            <a:ext cx="7132774" cy="248233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5EAE92F-9DE3-F036-DBF1-C04408125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53" y="5087299"/>
            <a:ext cx="4523025" cy="151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DC2E4-0C38-6E6F-6205-8B2A3A7F2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41E3C6A9-7CFB-ECF3-DCBE-47CD06102A78}"/>
              </a:ext>
            </a:extLst>
          </p:cNvPr>
          <p:cNvSpPr txBox="1"/>
          <p:nvPr/>
        </p:nvSpPr>
        <p:spPr>
          <a:xfrm>
            <a:off x="272953" y="4596432"/>
            <a:ext cx="1452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</a:t>
            </a:r>
            <a:r>
              <a:rPr lang="en-US" altLang="zh-CN" dirty="0"/>
              <a:t>plasma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9F56F9-8D33-D6BA-F679-B3675002C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8" y="398926"/>
            <a:ext cx="3651438" cy="392450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DC414F7-C827-1C7F-3551-F8B6C948E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448" y="326748"/>
            <a:ext cx="6331275" cy="12573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FFD768A-4E55-1917-1285-BBA964569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448" y="1690051"/>
            <a:ext cx="6013759" cy="101605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1D1F3CE-59FB-1B3F-75B6-ACEE672400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447" y="2812040"/>
            <a:ext cx="5747277" cy="157425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DAFE6EA-D68E-3990-5320-0C7387D137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5447" y="4492232"/>
            <a:ext cx="5747277" cy="141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28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792C-E833-F931-2E3C-161A8CC8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27A353-929F-07D0-0FE0-BE1941445DBB}"/>
              </a:ext>
            </a:extLst>
          </p:cNvPr>
          <p:cNvSpPr txBox="1"/>
          <p:nvPr/>
        </p:nvSpPr>
        <p:spPr>
          <a:xfrm>
            <a:off x="4297439" y="375139"/>
            <a:ext cx="7587333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缺伙伴可用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一般不太指望他的战力打架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后期突发转掩体</a:t>
            </a:r>
            <a:r>
              <a:rPr lang="en-US" altLang="zh-CN" sz="2400" dirty="0"/>
              <a:t>/</a:t>
            </a:r>
            <a:r>
              <a:rPr lang="zh-CN" altLang="en-US" sz="2400" dirty="0"/>
              <a:t>工厂</a:t>
            </a:r>
            <a:r>
              <a:rPr lang="en-US" altLang="zh-CN" sz="2400" dirty="0"/>
              <a:t>+</a:t>
            </a:r>
            <a:r>
              <a:rPr lang="zh-CN" altLang="en-US" sz="2400" dirty="0"/>
              <a:t>多尔王没有异常频率上去应急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02C0E5-8E61-CEF8-3FDD-63D3D99F9619}"/>
              </a:ext>
            </a:extLst>
          </p:cNvPr>
          <p:cNvSpPr txBox="1"/>
          <p:nvPr/>
        </p:nvSpPr>
        <p:spPr>
          <a:xfrm>
            <a:off x="198209" y="5231878"/>
            <a:ext cx="255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俗称艾德</a:t>
            </a:r>
            <a:endParaRPr lang="en-US" altLang="zh-CN" dirty="0"/>
          </a:p>
          <a:p>
            <a:r>
              <a:rPr lang="zh-CN" altLang="en-US" dirty="0"/>
              <a:t>艾德是艾德 艾登是艾登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741693-58FE-E2E4-FB9E-EB5367F42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28" y="235491"/>
            <a:ext cx="3695890" cy="488975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4A9FAF9-8D05-4A5E-5113-B3E22FCC5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819" y="2183108"/>
            <a:ext cx="4324572" cy="27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66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EAD3D-AD05-4299-7B19-24B9687E3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63BE176-B7FC-D230-6C36-8A4033480673}"/>
              </a:ext>
            </a:extLst>
          </p:cNvPr>
          <p:cNvSpPr txBox="1"/>
          <p:nvPr/>
        </p:nvSpPr>
        <p:spPr>
          <a:xfrm>
            <a:off x="4620196" y="0"/>
            <a:ext cx="3916457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小加速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可以人为控制的定向加速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↑学会贴边</a:t>
            </a:r>
            <a:r>
              <a:rPr lang="en-US" altLang="zh-CN" sz="2400" dirty="0"/>
              <a:t>/</a:t>
            </a:r>
            <a:r>
              <a:rPr lang="zh-CN" altLang="en-US" sz="2400" dirty="0"/>
              <a:t>贴无</a:t>
            </a:r>
            <a:r>
              <a:rPr lang="en-US" altLang="zh-CN" sz="2400" dirty="0"/>
              <a:t>CD</a:t>
            </a:r>
            <a:r>
              <a:rPr lang="zh-CN" altLang="en-US" sz="2400" dirty="0"/>
              <a:t>物品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是遗物，不是工具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28A62F-C1F0-3AA3-1DA5-BF7FFF63D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79" y="396170"/>
            <a:ext cx="3670489" cy="38609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C9B0278-9548-EB32-79A6-D1277D1E9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977" y="2277653"/>
            <a:ext cx="5339260" cy="230269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4DEBE5F-D292-B3D2-5451-6B69E461C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612" y="867640"/>
            <a:ext cx="2127359" cy="50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42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933E-D0B1-5D29-FCA0-95857E19F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96D045-EF90-380B-55E2-44713AF4A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79" y="396170"/>
            <a:ext cx="3670489" cy="38609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A172B26-86DA-4EB6-5503-A0F98B410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178" y="396170"/>
            <a:ext cx="7224707" cy="377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32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3070-BD78-306E-6F5D-4E48E1FA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FF07233-DA78-AEA7-C891-A8C5DE83F5AA}"/>
              </a:ext>
            </a:extLst>
          </p:cNvPr>
          <p:cNvSpPr txBox="1"/>
          <p:nvPr/>
        </p:nvSpPr>
        <p:spPr>
          <a:xfrm>
            <a:off x="4649503" y="100128"/>
            <a:ext cx="4532010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黄金起用，白银以下尽量别用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贴你需要它快点动的物品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作为科技套</a:t>
            </a:r>
            <a:r>
              <a:rPr lang="en-US" altLang="zh-CN" sz="2400" dirty="0"/>
              <a:t>/</a:t>
            </a:r>
            <a:r>
              <a:rPr lang="zh-CN" altLang="en-US" sz="2400" dirty="0"/>
              <a:t>启动组件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6C4F46-AB8F-81CE-AD4B-00914A3D9477}"/>
              </a:ext>
            </a:extLst>
          </p:cNvPr>
          <p:cNvSpPr txBox="1"/>
          <p:nvPr/>
        </p:nvSpPr>
        <p:spPr>
          <a:xfrm>
            <a:off x="180624" y="499268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俗称电容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BE93C01-8061-C779-E6E6-DE992CCE4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43" y="377222"/>
            <a:ext cx="3352972" cy="44388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90E472-CF26-74D1-7726-233D2C2BA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672" y="1898411"/>
            <a:ext cx="2133710" cy="5016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C52667B-EE32-AA15-5D7D-1546EAE2F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674" y="1898411"/>
            <a:ext cx="2127359" cy="71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27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E87FB-C396-DFB8-7D63-E2D85B28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7079264-3B1F-33E6-84A1-FB79E2113160}"/>
              </a:ext>
            </a:extLst>
          </p:cNvPr>
          <p:cNvSpPr txBox="1"/>
          <p:nvPr/>
        </p:nvSpPr>
        <p:spPr>
          <a:xfrm>
            <a:off x="4649503" y="100128"/>
            <a:ext cx="4320863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好牌多抓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别贪最大值，差不多了就卖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需要用钱该卖就卖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我说比特币是超级</a:t>
            </a:r>
            <a:r>
              <a:rPr lang="en-US" altLang="zh-CN" sz="2400" dirty="0" err="1"/>
              <a:t>HighRoll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3C2FB2-5021-7759-B11D-358A5A87EECD}"/>
              </a:ext>
            </a:extLst>
          </p:cNvPr>
          <p:cNvSpPr txBox="1"/>
          <p:nvPr/>
        </p:nvSpPr>
        <p:spPr>
          <a:xfrm>
            <a:off x="215794" y="428264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俗称比特币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403C1F-5D1F-E380-3897-A1A059421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3" y="510106"/>
            <a:ext cx="3372023" cy="357523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D8714FC-C2F9-AA7F-DD19-DC3D6B539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347" y="2505070"/>
            <a:ext cx="5804198" cy="23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8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331</Words>
  <Application>Microsoft Office PowerPoint</Application>
  <PresentationFormat>宽屏</PresentationFormat>
  <Paragraphs>55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11</cp:revision>
  <dcterms:created xsi:type="dcterms:W3CDTF">2025-07-23T00:59:00Z</dcterms:created>
  <dcterms:modified xsi:type="dcterms:W3CDTF">2026-05-15T15:28:52Z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