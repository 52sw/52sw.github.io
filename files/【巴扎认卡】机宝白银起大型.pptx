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85" r:id="rId4"/>
    <p:sldId id="286" r:id="rId5"/>
    <p:sldId id="281" r:id="rId6"/>
    <p:sldId id="287" r:id="rId7"/>
    <p:sldId id="288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4272421" y="3770265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白银起大型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102252" y="212461"/>
            <a:ext cx="299312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盾核输出终端之一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秒人流力场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493924-8A44-0330-B4F6-C077AB317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15" y="262522"/>
            <a:ext cx="3302170" cy="36895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A303A6D-5582-5981-1B2C-69A19982C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976" y="1507298"/>
            <a:ext cx="7749786" cy="16255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6838FC7-C5B5-286F-F528-BCEE4A6F5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976" y="3248203"/>
            <a:ext cx="5281014" cy="16815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66B2D9-CF0B-9F83-20DB-2F29A3648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8622" y="1511901"/>
            <a:ext cx="723937" cy="94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0466-2EE3-F64D-BD63-DE01CCCC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4A1E6B-E558-66F4-7082-D9130CEFF3B9}"/>
              </a:ext>
            </a:extLst>
          </p:cNvPr>
          <p:cNvSpPr txBox="1"/>
          <p:nvPr/>
        </p:nvSpPr>
        <p:spPr>
          <a:xfrm>
            <a:off x="4452551" y="245878"/>
            <a:ext cx="422423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提供大量异常频率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将减速转化为加速提供运转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附魔很厉害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FCC6F6-A1D8-A845-2B99-71CD9B560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8" y="245878"/>
            <a:ext cx="3683189" cy="42674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E0AE1A9-DF1A-37AA-BADD-169B035E7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249" y="2390033"/>
            <a:ext cx="7607266" cy="26536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327A081-3445-6075-FF32-BE6C4BB02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769" y="66214"/>
            <a:ext cx="3176612" cy="207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C639E-8DD7-D266-1247-F7776145D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2288B4A-9439-0684-7500-253CBA775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8" y="245878"/>
            <a:ext cx="3683189" cy="42674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87D8492-DDD6-EAAC-6F55-5EA672B68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168" y="127925"/>
            <a:ext cx="6684635" cy="17676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ED9D33-F470-0E06-B0BC-16CC72656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168" y="1895578"/>
            <a:ext cx="6684635" cy="8829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338FD3-92F2-A44B-04C0-1DEB51064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168" y="2778552"/>
            <a:ext cx="6684635" cy="16640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B0DC06E-CA0E-3AB6-59F4-8ECDFEA6C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2568" y="4439052"/>
            <a:ext cx="7083648" cy="104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1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704B38A-54A9-E305-B4F2-9645ECC2F3BF}"/>
              </a:ext>
            </a:extLst>
          </p:cNvPr>
          <p:cNvSpPr txBox="1"/>
          <p:nvPr/>
        </p:nvSpPr>
        <p:spPr>
          <a:xfrm>
            <a:off x="4111810" y="66235"/>
            <a:ext cx="8225329" cy="50132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推荐第四天打野之前来的前提下玩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当前词条：服饰、</a:t>
            </a:r>
            <a:r>
              <a:rPr lang="zh-CN" altLang="en-US" sz="2400" dirty="0">
                <a:solidFill>
                  <a:srgbClr val="FF0000"/>
                </a:solidFill>
              </a:rPr>
              <a:t>水系</a:t>
            </a:r>
            <a:r>
              <a:rPr lang="zh-CN" altLang="en-US" sz="2400" dirty="0"/>
              <a:t>、核心、恐龙、</a:t>
            </a:r>
            <a:r>
              <a:rPr lang="zh-CN" altLang="en-US" sz="2400" dirty="0">
                <a:solidFill>
                  <a:srgbClr val="FF0000"/>
                </a:solidFill>
              </a:rPr>
              <a:t>无人机（雄蜂）</a:t>
            </a:r>
            <a:r>
              <a:rPr lang="zh-CN" altLang="en-US" sz="2400" dirty="0"/>
              <a:t>、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食物、伙伴、</a:t>
            </a:r>
            <a:r>
              <a:rPr lang="zh-CN" altLang="en-US" sz="2400" dirty="0">
                <a:solidFill>
                  <a:srgbClr val="FF0000"/>
                </a:solidFill>
              </a:rPr>
              <a:t>战利品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药水</a:t>
            </a:r>
            <a:r>
              <a:rPr lang="zh-CN" altLang="en-US" sz="2400" dirty="0"/>
              <a:t>、地产、射线（鳐）、</a:t>
            </a:r>
            <a:r>
              <a:rPr lang="zh-CN" altLang="en-US" sz="2400" dirty="0">
                <a:solidFill>
                  <a:srgbClr val="FF0000"/>
                </a:solidFill>
              </a:rPr>
              <a:t>原料</a:t>
            </a:r>
            <a:r>
              <a:rPr lang="zh-CN" altLang="en-US" sz="2400" dirty="0"/>
              <a:t>、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遗物、科技、</a:t>
            </a:r>
            <a:r>
              <a:rPr lang="zh-CN" altLang="en-US" sz="2400" dirty="0">
                <a:highlight>
                  <a:srgbClr val="FFFF00"/>
                </a:highlight>
              </a:rPr>
              <a:t>工具</a:t>
            </a:r>
            <a:r>
              <a:rPr lang="zh-CN" altLang="en-US" sz="2400" dirty="0"/>
              <a:t>、玩具、</a:t>
            </a:r>
            <a:r>
              <a:rPr lang="zh-CN" altLang="en-US" sz="2400" dirty="0">
                <a:solidFill>
                  <a:srgbClr val="FF0000"/>
                </a:solidFill>
              </a:rPr>
              <a:t>陷阱</a:t>
            </a:r>
            <a:r>
              <a:rPr lang="zh-CN" altLang="en-US" sz="2400" dirty="0"/>
              <a:t>、载具、</a:t>
            </a:r>
            <a:r>
              <a:rPr lang="zh-CN" altLang="en-US" sz="2400" dirty="0">
                <a:highlight>
                  <a:srgbClr val="FFFF00"/>
                </a:highlight>
              </a:rPr>
              <a:t>武器</a:t>
            </a:r>
            <a:r>
              <a:rPr lang="zh-CN" altLang="en-US" sz="2400" dirty="0"/>
              <a:t>、巨龙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共</a:t>
            </a:r>
            <a:r>
              <a:rPr lang="en-US" altLang="zh-CN" sz="2400" dirty="0"/>
              <a:t>20</a:t>
            </a:r>
            <a:r>
              <a:rPr lang="zh-CN" altLang="en-US" sz="2400" dirty="0"/>
              <a:t>种，上限伤害</a:t>
            </a:r>
            <a:r>
              <a:rPr lang="en-US" altLang="zh-CN" sz="2400" dirty="0"/>
              <a:t>5000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打野选择上关注词条、补词条、补暴击、做</a:t>
            </a:r>
            <a:r>
              <a:rPr lang="en-US" altLang="zh-CN" sz="2400" dirty="0"/>
              <a:t>CD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给一些运转、做暴击、七级前压掉核心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七级升金，最晚十一级升钻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91C49C-3C99-10CF-B20E-683B4C360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72" y="126393"/>
            <a:ext cx="3702240" cy="463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87DE-14B9-9D43-E5E7-EBD961057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79A68B2-5111-9D61-A387-C0D99A7C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72" y="126393"/>
            <a:ext cx="3702240" cy="46357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068957A-51E9-ADA3-CCDD-D89313813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774" y="126393"/>
            <a:ext cx="7252207" cy="10360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28FFF7-7E27-BF7D-D67E-0FF20B0AC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774" y="1162423"/>
            <a:ext cx="6625907" cy="10009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6D5394C-922D-49B9-3779-3A4FBB146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0774" y="2163333"/>
            <a:ext cx="7521458" cy="983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C5A8807-B291-5FCC-C8CB-BD894A0DE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0774" y="3146683"/>
            <a:ext cx="5704457" cy="10184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E7B79E8-0DBA-4A57-61B5-F83AE8FCF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0774" y="4165120"/>
            <a:ext cx="7512436" cy="111130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D112B8E-EA00-53B1-B29B-8DDEFF4632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0774" y="5276427"/>
            <a:ext cx="7995061" cy="10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57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29756-C4D7-28CC-3CEF-CA4A36592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D06BCBB-99CD-D44E-4AB9-1B38DB511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72" y="126393"/>
            <a:ext cx="3702240" cy="46357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A46BE9D-2FD7-9499-FDD7-8042A7C2A775}"/>
              </a:ext>
            </a:extLst>
          </p:cNvPr>
          <p:cNvSpPr txBox="1"/>
          <p:nvPr/>
        </p:nvSpPr>
        <p:spPr>
          <a:xfrm>
            <a:off x="4111810" y="66235"/>
            <a:ext cx="4224233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暴击很多时候靠技能和附魔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F6F7AA-721B-A1F2-F19A-9E156D27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810" y="647548"/>
            <a:ext cx="6896454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34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6031</TotalTime>
  <Words>150</Words>
  <Application>Microsoft Office PowerPoint</Application>
  <PresentationFormat>宽屏</PresentationFormat>
  <Paragraphs>17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38</cp:revision>
  <dcterms:created xsi:type="dcterms:W3CDTF">2025-07-23T00:59:00Z</dcterms:created>
  <dcterms:modified xsi:type="dcterms:W3CDTF">2026-06-27T07:03:57Z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