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76" r:id="rId8"/>
    <p:sldId id="265" r:id="rId9"/>
    <p:sldId id="266" r:id="rId10"/>
    <p:sldId id="277" r:id="rId11"/>
    <p:sldId id="267" r:id="rId12"/>
    <p:sldId id="278" r:id="rId13"/>
    <p:sldId id="269" r:id="rId14"/>
    <p:sldId id="270" r:id="rId15"/>
    <p:sldId id="271" r:id="rId16"/>
    <p:sldId id="279" r:id="rId17"/>
    <p:sldId id="273" r:id="rId18"/>
    <p:sldId id="274" r:id="rId19"/>
    <p:sldId id="275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00" y="2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4272422" y="3770265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青铜起中型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8374850-7A0E-CFA9-FEB1-2DE6EAF7FE16}"/>
              </a:ext>
            </a:extLst>
          </p:cNvPr>
          <p:cNvGrpSpPr/>
          <p:nvPr/>
        </p:nvGrpSpPr>
        <p:grpSpPr>
          <a:xfrm>
            <a:off x="1846187" y="589767"/>
            <a:ext cx="8499626" cy="5678465"/>
            <a:chOff x="1846186" y="212971"/>
            <a:chExt cx="8499626" cy="567846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0CD0767-209E-3B82-F41A-BE3AF16A4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6188" y="212971"/>
              <a:ext cx="8499624" cy="2045444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DD364E0-89E9-D8D1-F1C9-B978D41C8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6187" y="2258415"/>
              <a:ext cx="8499625" cy="1791551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8B49E68-0712-4F18-9397-FF3DC3458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6186" y="4049966"/>
              <a:ext cx="8499624" cy="18414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286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1BB43F3-0281-2189-A13E-9F2C55B3ACC7}"/>
              </a:ext>
            </a:extLst>
          </p:cNvPr>
          <p:cNvSpPr txBox="1"/>
          <p:nvPr/>
        </p:nvSpPr>
        <p:spPr>
          <a:xfrm>
            <a:off x="4649503" y="0"/>
            <a:ext cx="6851556" cy="279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超级无敌经济牌，没有理财的时候见到就抓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前期可以上场打架（不要忽视四秒加速两个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能发终端、能发进怒、能发很多钱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白银起有大型，留三格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53E904-1CAF-8BF4-5D9F-DCF2B98F4E6C}"/>
              </a:ext>
            </a:extLst>
          </p:cNvPr>
          <p:cNvSpPr txBox="1"/>
          <p:nvPr/>
        </p:nvSpPr>
        <p:spPr>
          <a:xfrm>
            <a:off x="356471" y="579525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俗称穿梭机、时光机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CFB8AD-0F85-5DB5-7B55-EDE33FE1B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17" y="218426"/>
            <a:ext cx="3295819" cy="5353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93CBFB-6B09-A126-6519-CD11B1DC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944" y="2220029"/>
            <a:ext cx="1792671" cy="10865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48EB8C-2822-C2D6-9E31-44EF915B2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891" y="2220028"/>
            <a:ext cx="1984961" cy="238455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AB06A30-9DB5-F6AE-DE33-4CB24DFC2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1944" y="3306615"/>
            <a:ext cx="1792671" cy="14284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E4051C6-8746-45F0-3A85-FC974BB5F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2852" y="2220027"/>
            <a:ext cx="2056174" cy="109448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45F6A85-2FE7-2E18-DFC9-9937AD9EE8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898" y="3314516"/>
            <a:ext cx="2104128" cy="13710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963AFC1-BF0E-730D-E078-07F983878C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9026" y="2234595"/>
            <a:ext cx="2008859" cy="159713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64BCC11-DC60-8382-AB88-BD725927D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662" y="3785312"/>
            <a:ext cx="2041148" cy="16457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101CF36-C1E7-3F19-70A7-2EF690F9E8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5220" y="4735086"/>
            <a:ext cx="2039811" cy="106016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2E7B017-0B70-B457-062A-D4314ED1D4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2851" y="4645060"/>
            <a:ext cx="2039811" cy="145636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2378ADF-43D1-F36C-C56E-96D3E715C8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9142" y="4565419"/>
            <a:ext cx="1913710" cy="164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4419095-54B8-F061-CF11-E6084F4057AA}"/>
              </a:ext>
            </a:extLst>
          </p:cNvPr>
          <p:cNvSpPr txBox="1"/>
          <p:nvPr/>
        </p:nvSpPr>
        <p:spPr>
          <a:xfrm>
            <a:off x="4631918" y="0"/>
            <a:ext cx="3300904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理财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尽量不要上卫星打架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街头庆典有</a:t>
            </a:r>
            <a:r>
              <a:rPr lang="en-US" altLang="zh-CN" sz="2400" dirty="0"/>
              <a:t>2</a:t>
            </a:r>
            <a:r>
              <a:rPr lang="zh-CN" altLang="en-US" sz="2400" dirty="0"/>
              <a:t>经验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198209" y="54252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俗称卫星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0D41F3-CA36-3FFD-1FCA-2FB32181D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6" y="400191"/>
            <a:ext cx="3891975" cy="46718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4CD0CC-1365-8728-4BE2-BEC11402F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50" y="1689308"/>
            <a:ext cx="2269705" cy="11841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36D0E7-7F8E-429E-3882-F5E28C5D0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541" y="1689309"/>
            <a:ext cx="1887686" cy="11798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2F2E16A-EAA7-EAD9-EDEA-F78A547D5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448" y="208915"/>
            <a:ext cx="2876698" cy="226706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1A4199A-E64C-C16A-DFE9-817CBD994D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433" y="2869113"/>
            <a:ext cx="1978196" cy="141615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7B7D0F5-2C6A-3D87-5D59-8AF22954E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295" y="2869114"/>
            <a:ext cx="2030890" cy="141615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34DAB7F-EF08-27D2-F3F0-33E50F1FAE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186" y="2869113"/>
            <a:ext cx="2400674" cy="141059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D17FDF6-6875-7279-F163-61B1501645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6434" y="4279709"/>
            <a:ext cx="1978196" cy="124846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A39F900-9EB9-CD53-197A-B2D9B8CBD7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294" y="4275321"/>
            <a:ext cx="1817239" cy="124935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BDFADC8-3F70-4F1A-1D00-26BC5D50EC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2534" y="4275320"/>
            <a:ext cx="2233836" cy="125337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34844D9-4DCA-B76E-A2BF-79B176288C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1751" y="2863548"/>
            <a:ext cx="1721471" cy="141059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73B0CB7-A509-2E37-E4B6-93C0BA52D0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8417" y="4249020"/>
            <a:ext cx="1721470" cy="127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679911" y="182104"/>
            <a:ext cx="4839786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前期配合一堆伙伴往上丢就好了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需要吃一点运转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不建议和砖友一起上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1DD628-0C0C-B05B-77AA-AA4A046C105F}"/>
              </a:ext>
            </a:extLst>
          </p:cNvPr>
          <p:cNvSpPr txBox="1"/>
          <p:nvPr/>
        </p:nvSpPr>
        <p:spPr>
          <a:xfrm>
            <a:off x="446395" y="467111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俗称蝎子、劳伦斯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33B591-2D97-36A7-9616-F1AB6FE9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5" y="380703"/>
            <a:ext cx="3321221" cy="40959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5266717-5F75-7124-BC79-D912A4170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11" y="1991978"/>
            <a:ext cx="6483683" cy="9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612682" y="139350"/>
            <a:ext cx="3608680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好用的通用数值成长牌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配合减速、配合武器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487746" y="47094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俗称弱点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9F0647-8A1F-792C-EE5A-A956032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512367"/>
            <a:ext cx="3314870" cy="39054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98241D-354C-2BC4-9E70-053D643A2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40" y="1360135"/>
            <a:ext cx="2325291" cy="17942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205B27-D4AD-446C-AE50-D340239FA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831" y="1360135"/>
            <a:ext cx="2325291" cy="17862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CC29D72-DB22-1371-D17D-C9C2317E2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4122" y="1360136"/>
            <a:ext cx="2263255" cy="178624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1914494-0A54-CE2E-BD77-AD1EE4CAE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539" y="3146381"/>
            <a:ext cx="6913837" cy="17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4949-C3D7-F713-346F-A171F41F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959F1C-526D-BDF9-32C7-9D357BE58E73}"/>
              </a:ext>
            </a:extLst>
          </p:cNvPr>
          <p:cNvSpPr txBox="1"/>
          <p:nvPr/>
        </p:nvSpPr>
        <p:spPr>
          <a:xfrm>
            <a:off x="4612682" y="139350"/>
            <a:ext cx="6593985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在黄金传送门事件可以选择重</a:t>
            </a:r>
            <a:r>
              <a:rPr lang="en-US" altLang="zh-CN" sz="2400" dirty="0"/>
              <a:t>ROLL</a:t>
            </a:r>
            <a:r>
              <a:rPr lang="zh-CN" altLang="en-US" sz="2400" dirty="0"/>
              <a:t>三个选项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不建议在没有合适的技能</a:t>
            </a:r>
            <a:r>
              <a:rPr lang="en-US" altLang="zh-CN" sz="2400" dirty="0"/>
              <a:t>/</a:t>
            </a:r>
            <a:r>
              <a:rPr lang="zh-CN" altLang="en-US" sz="2400" dirty="0"/>
              <a:t>高超的走位的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情况下用这个玩意儿打大后期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BC83EEB-1573-F82B-2B7C-1AB8031CF365}"/>
              </a:ext>
            </a:extLst>
          </p:cNvPr>
          <p:cNvSpPr txBox="1"/>
          <p:nvPr/>
        </p:nvSpPr>
        <p:spPr>
          <a:xfrm>
            <a:off x="487746" y="47094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俗称弱点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A7106B-8259-9569-1D3E-E8312BC8C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512367"/>
            <a:ext cx="3314870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8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0B33-8AAC-C696-C41F-5701C631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D53A576-714E-A0DB-C330-160EBD5E8699}"/>
              </a:ext>
            </a:extLst>
          </p:cNvPr>
          <p:cNvSpPr txBox="1"/>
          <p:nvPr/>
        </p:nvSpPr>
        <p:spPr>
          <a:xfrm>
            <a:off x="174763" y="478053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俗称戴夫、微波炉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B7E97-B10F-6EB6-60FF-C4FE31CE9E38}"/>
              </a:ext>
            </a:extLst>
          </p:cNvPr>
          <p:cNvSpPr txBox="1"/>
          <p:nvPr/>
        </p:nvSpPr>
        <p:spPr>
          <a:xfrm>
            <a:off x="4655364" y="217359"/>
            <a:ext cx="5719258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养基础火（火技能、火</a:t>
            </a:r>
            <a:r>
              <a:rPr lang="en-US" altLang="zh-CN" sz="2400" dirty="0"/>
              <a:t>loot</a:t>
            </a:r>
            <a:r>
              <a:rPr lang="zh-CN" altLang="en-US" sz="2400" dirty="0"/>
              <a:t>、火射线）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火开好帮手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辅助运转、上火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5A9DC6-41E5-FF39-FA3B-F5AB805A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2" y="439271"/>
            <a:ext cx="3308520" cy="3892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76A7357-FCF7-5056-E044-4155CE84A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095" y="2140324"/>
            <a:ext cx="4887092" cy="26402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4F26FC-CD1C-02C7-319B-0133BAC56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568" y="2200266"/>
            <a:ext cx="2914800" cy="23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AD3D-AD05-4299-7B19-24B9687E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63BE176-B7FC-D230-6C36-8A4033480673}"/>
              </a:ext>
            </a:extLst>
          </p:cNvPr>
          <p:cNvSpPr txBox="1"/>
          <p:nvPr/>
        </p:nvSpPr>
        <p:spPr>
          <a:xfrm>
            <a:off x="4602308" y="110605"/>
            <a:ext cx="4224233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吃加速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也是机宝为数不多的成长牌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D1D327-39BC-BC5A-846F-D3CBA302C97A}"/>
              </a:ext>
            </a:extLst>
          </p:cNvPr>
          <p:cNvSpPr txBox="1"/>
          <p:nvPr/>
        </p:nvSpPr>
        <p:spPr>
          <a:xfrm>
            <a:off x="327173" y="49215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俗称鼹鼠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FD992B-C28B-17DC-EE8B-7B9C29465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43" y="293559"/>
            <a:ext cx="3321221" cy="44134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984FAF-76F3-89A7-AB91-6B02D273E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028" y="2570278"/>
            <a:ext cx="5689892" cy="16320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BF7B67-4C82-6261-6577-15DF09180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737" y="4202312"/>
            <a:ext cx="4419827" cy="14097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D036A45-FC7E-6298-AAC3-ECE75EBAAB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5111"/>
          <a:stretch>
            <a:fillRect/>
          </a:stretch>
        </p:blipFill>
        <p:spPr>
          <a:xfrm>
            <a:off x="8348274" y="4200661"/>
            <a:ext cx="1461989" cy="114305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27FCD81-6C4C-AEF6-5B5E-886774E39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028" y="1428870"/>
            <a:ext cx="8210972" cy="116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4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E2FA-5FE5-F7C4-F50D-34474226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B127850B-4373-33BE-05D4-28F1ED500B4E}"/>
              </a:ext>
            </a:extLst>
          </p:cNvPr>
          <p:cNvSpPr txBox="1"/>
          <p:nvPr/>
        </p:nvSpPr>
        <p:spPr>
          <a:xfrm>
            <a:off x="327173" y="49215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俗称鼹鼠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B8384C-F84E-C858-32B7-292A73C41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43" y="293559"/>
            <a:ext cx="3321221" cy="441347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62FA397-A4D1-BFDB-C45E-252776C9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441" y="2992813"/>
            <a:ext cx="5790133" cy="21134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942DE7-B38C-1FAB-2E36-77C9C4225E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380"/>
          <a:stretch>
            <a:fillRect/>
          </a:stretch>
        </p:blipFill>
        <p:spPr>
          <a:xfrm>
            <a:off x="4635441" y="150532"/>
            <a:ext cx="1600177" cy="9525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C912AF-8C5B-FE73-D082-041F246AE8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1971"/>
          <a:stretch>
            <a:fillRect/>
          </a:stretch>
        </p:blipFill>
        <p:spPr>
          <a:xfrm>
            <a:off x="6235618" y="160057"/>
            <a:ext cx="1616506" cy="94302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8C4A657-6598-3900-3E90-EF98060FD0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4392"/>
          <a:stretch>
            <a:fillRect/>
          </a:stretch>
        </p:blipFill>
        <p:spPr>
          <a:xfrm>
            <a:off x="7852124" y="156882"/>
            <a:ext cx="1558066" cy="9398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0887917-BA3E-96F9-2451-B4F9E4DAE6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4464" b="37251"/>
          <a:stretch>
            <a:fillRect/>
          </a:stretch>
        </p:blipFill>
        <p:spPr>
          <a:xfrm>
            <a:off x="9410189" y="150531"/>
            <a:ext cx="2196945" cy="9398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0A7BF12-87EC-9FAA-E648-CE8277ED2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5441" y="1090379"/>
            <a:ext cx="6255071" cy="9398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DB589DE-9746-C335-2042-FD61334CB9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41" y="2027052"/>
            <a:ext cx="5645440" cy="96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5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3070-BD78-306E-6F5D-4E48E1FA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FF07233-DA78-AEA7-C891-A8C5DE83F5AA}"/>
              </a:ext>
            </a:extLst>
          </p:cNvPr>
          <p:cNvSpPr txBox="1"/>
          <p:nvPr/>
        </p:nvSpPr>
        <p:spPr>
          <a:xfrm>
            <a:off x="4649503" y="100128"/>
            <a:ext cx="3916457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给你提供一点数值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可以吃到三倍加攻和加火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辅助火开上火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最好是吃点加速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6C4F46-AB8F-81CE-AD4B-00914A3D9477}"/>
              </a:ext>
            </a:extLst>
          </p:cNvPr>
          <p:cNvSpPr txBox="1"/>
          <p:nvPr/>
        </p:nvSpPr>
        <p:spPr>
          <a:xfrm>
            <a:off x="367210" y="453796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俗称火箭炮、火箭筒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D9EA15-0F46-B74D-DB7A-59A595EA2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37" y="314904"/>
            <a:ext cx="3302170" cy="39943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BCFA44-F78B-0211-9596-69CFBCBCE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03" y="2522105"/>
            <a:ext cx="2863997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2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EBAC-837B-3955-3396-BFF07586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F488DC-C6D7-2C77-5B06-2FD5A4BBD0E2}"/>
              </a:ext>
            </a:extLst>
          </p:cNvPr>
          <p:cNvSpPr txBox="1"/>
          <p:nvPr/>
        </p:nvSpPr>
        <p:spPr>
          <a:xfrm>
            <a:off x="4649503" y="100128"/>
            <a:ext cx="453201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三秒的盾频率、三秒的火频率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火开辅助上火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廉价服饰词条来源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A89004-3C56-2724-52D0-323C3432C980}"/>
              </a:ext>
            </a:extLst>
          </p:cNvPr>
          <p:cNvSpPr txBox="1"/>
          <p:nvPr/>
        </p:nvSpPr>
        <p:spPr>
          <a:xfrm>
            <a:off x="367210" y="45379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俗称头盔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86042F-70EE-E958-C58B-069DF42F4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0" y="308123"/>
            <a:ext cx="3302170" cy="37212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DF8BD7-E57E-1E59-D78C-667C6AC1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422" y="1949146"/>
            <a:ext cx="2857647" cy="22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8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FCCF-18FF-E8F6-6DAF-571F421A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248AC8-3F81-42AE-2963-3213DE23A987}"/>
              </a:ext>
            </a:extLst>
          </p:cNvPr>
          <p:cNvSpPr txBox="1"/>
          <p:nvPr/>
        </p:nvSpPr>
        <p:spPr>
          <a:xfrm>
            <a:off x="4649503" y="100128"/>
            <a:ext cx="607089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时代的眼泪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如果你有合适的配置可以打前几天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建议早点丢掉，不然容易走向错误的道路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48F608-A05F-ACD0-F7A2-183669CE4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26" y="342193"/>
            <a:ext cx="3314870" cy="41086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A18CF9-7078-501D-A089-B057DB25F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40" y="1789438"/>
            <a:ext cx="4271938" cy="15671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AFF907D-C39A-84C1-0E88-229CF44DC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340" y="3356580"/>
            <a:ext cx="6975749" cy="9926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97D438E-4813-BB9D-46BD-4AF98CE8E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340" y="4349263"/>
            <a:ext cx="5731460" cy="134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23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A988-BE70-45D8-57B0-AEAEE5A1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53D2F34-7624-970A-E953-BF35F7A7D1E0}"/>
              </a:ext>
            </a:extLst>
          </p:cNvPr>
          <p:cNvSpPr txBox="1"/>
          <p:nvPr/>
        </p:nvSpPr>
        <p:spPr>
          <a:xfrm>
            <a:off x="4655365" y="0"/>
            <a:ext cx="422423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打工好牌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左边一个科技右边一个科技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不一定强求只有三个科技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81EBF5-C56D-CA67-FBDD-E988366A7FF1}"/>
              </a:ext>
            </a:extLst>
          </p:cNvPr>
          <p:cNvSpPr txBox="1"/>
          <p:nvPr/>
        </p:nvSpPr>
        <p:spPr>
          <a:xfrm>
            <a:off x="558226" y="544795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俗称特斯拉、线圈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55FCD3-82EF-53E9-2B1A-D39AEE67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26" y="297104"/>
            <a:ext cx="3314870" cy="48452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F377C01-CAFF-0CC4-381C-7828BAF80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199" y="1689309"/>
            <a:ext cx="5040231" cy="13869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915EF13-AEA1-05AD-E3D9-39698D09F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198" y="3076239"/>
            <a:ext cx="5040232" cy="159199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290B26B-0BC0-9D6B-7698-4F173E800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198" y="4668235"/>
            <a:ext cx="5040232" cy="140441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6310B5E-07AC-6279-3BC7-32E608D06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549" y="248672"/>
            <a:ext cx="3069761" cy="119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44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BB1E-9EBC-38F4-1B50-308698F1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5C1F42E-347E-2D0E-171E-ABEEA7B0DB4D}"/>
              </a:ext>
            </a:extLst>
          </p:cNvPr>
          <p:cNvSpPr txBox="1"/>
          <p:nvPr/>
        </p:nvSpPr>
        <p:spPr>
          <a:xfrm>
            <a:off x="4649503" y="29789"/>
            <a:ext cx="360868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将异常频率转化为输出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火开辅助破盾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辅助运转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12DC8A-3072-CF08-9723-F484AA282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62" y="369759"/>
            <a:ext cx="3270418" cy="49977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034B15-FC4C-C27E-BDA9-48DF03364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429" y="91529"/>
            <a:ext cx="2124650" cy="16893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CD2574B-8A5B-0720-F99B-299931E68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098" y="1874671"/>
            <a:ext cx="6070912" cy="17018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ADDAD6-A788-E2C5-3989-4BC5578FD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098" y="3576558"/>
            <a:ext cx="6070912" cy="171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07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C7A5-0921-8F7E-62DD-07929233D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7181446-C7C7-DD73-B1E0-2D1FBD0A6600}"/>
              </a:ext>
            </a:extLst>
          </p:cNvPr>
          <p:cNvSpPr txBox="1"/>
          <p:nvPr/>
        </p:nvSpPr>
        <p:spPr>
          <a:xfrm>
            <a:off x="4679911" y="182104"/>
            <a:ext cx="4839786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也是配合一堆伙伴往上丢就好了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需要吃一点运转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不建议和蝎子一起上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52CF04-8622-E496-373E-61F829AB0F7E}"/>
              </a:ext>
            </a:extLst>
          </p:cNvPr>
          <p:cNvSpPr txBox="1"/>
          <p:nvPr/>
        </p:nvSpPr>
        <p:spPr>
          <a:xfrm>
            <a:off x="594127" y="46535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俗称砖砖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35D0B0-BA7E-1CDE-5400-C7345A52E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27" y="182104"/>
            <a:ext cx="3372023" cy="4127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FD9F93-3439-CA4C-D15D-A702853B1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11" y="2046873"/>
            <a:ext cx="6794849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E575-9EA8-0354-E783-22449F9A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89C41B3-A811-6886-4674-C1814996B7D0}"/>
              </a:ext>
            </a:extLst>
          </p:cNvPr>
          <p:cNvSpPr txBox="1"/>
          <p:nvPr/>
        </p:nvSpPr>
        <p:spPr>
          <a:xfrm>
            <a:off x="4497102" y="134451"/>
            <a:ext cx="545534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单伙伴情况下五秒提供三个攻击频率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是科技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给三连发养攻击力也是一种出路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4C855F-B749-E414-27A5-02C6DE72956D}"/>
              </a:ext>
            </a:extLst>
          </p:cNvPr>
          <p:cNvSpPr txBox="1"/>
          <p:nvPr/>
        </p:nvSpPr>
        <p:spPr>
          <a:xfrm>
            <a:off x="503262" y="4705468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俗称三连发（注意与焊接枪区分）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CB3A68-7EEC-671E-C279-1CAC252A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25" y="413377"/>
            <a:ext cx="3340272" cy="41086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FAF12D-44AF-9C07-AC79-5DE5F0CA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105" y="193371"/>
            <a:ext cx="1980543" cy="15533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F53CBA-B985-A1BC-3F2E-93661C445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613" y="1982869"/>
            <a:ext cx="4271938" cy="156714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2F0EC0F-15CC-E512-C9B1-0F7496A0D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614" y="3520872"/>
            <a:ext cx="4271938" cy="188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88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262E-A71C-570C-F950-BAEA999C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EB819E0-658A-D56B-D3D4-3B8D9C93E1EE}"/>
              </a:ext>
            </a:extLst>
          </p:cNvPr>
          <p:cNvSpPr txBox="1"/>
          <p:nvPr/>
        </p:nvSpPr>
        <p:spPr>
          <a:xfrm>
            <a:off x="4649503" y="100128"/>
            <a:ext cx="453201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还不错的基础数值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双鼠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盾体系的运转辅助、伤害来源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650AC7-5EC7-9C06-2531-35764837C91F}"/>
              </a:ext>
            </a:extLst>
          </p:cNvPr>
          <p:cNvSpPr txBox="1"/>
          <p:nvPr/>
        </p:nvSpPr>
        <p:spPr>
          <a:xfrm>
            <a:off x="415085" y="52603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俗称鼠、犰狳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1BBA08-AF6C-F2D8-59EC-CC51DB2D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0" y="262424"/>
            <a:ext cx="3352972" cy="48325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CC22A9-9C5C-667E-0D87-7CD77F639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03" y="2047344"/>
            <a:ext cx="5790133" cy="211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28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97CAF-9FAD-7008-E3D9-648CC53B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269488A-6A9F-5E10-BA17-F7D5E9A35E1F}"/>
              </a:ext>
            </a:extLst>
          </p:cNvPr>
          <p:cNvSpPr txBox="1"/>
          <p:nvPr/>
        </p:nvSpPr>
        <p:spPr>
          <a:xfrm>
            <a:off x="4579164" y="268309"/>
            <a:ext cx="453201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缺防的时候往那里一放就好了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6EA33F-6CB8-1091-50F4-227543DAE879}"/>
              </a:ext>
            </a:extLst>
          </p:cNvPr>
          <p:cNvSpPr txBox="1"/>
          <p:nvPr/>
        </p:nvSpPr>
        <p:spPr>
          <a:xfrm>
            <a:off x="467839" y="4433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俗称大门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CB91E4-AD3B-5D12-DF86-485E2C642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69" y="268309"/>
            <a:ext cx="3276768" cy="391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16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380</Words>
  <Application>Microsoft Office PowerPoint</Application>
  <PresentationFormat>宽屏</PresentationFormat>
  <Paragraphs>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14</cp:revision>
  <dcterms:created xsi:type="dcterms:W3CDTF">2025-07-23T00:59:00Z</dcterms:created>
  <dcterms:modified xsi:type="dcterms:W3CDTF">2026-05-21T08:57:15Z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