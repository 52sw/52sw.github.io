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7" r:id="rId5"/>
    <p:sldId id="287" r:id="rId6"/>
    <p:sldId id="288" r:id="rId7"/>
    <p:sldId id="262" r:id="rId8"/>
    <p:sldId id="289" r:id="rId9"/>
    <p:sldId id="263" r:id="rId10"/>
    <p:sldId id="264" r:id="rId11"/>
    <p:sldId id="290" r:id="rId12"/>
    <p:sldId id="278" r:id="rId13"/>
    <p:sldId id="284" r:id="rId14"/>
    <p:sldId id="291" r:id="rId15"/>
    <p:sldId id="279" r:id="rId16"/>
    <p:sldId id="292" r:id="rId17"/>
    <p:sldId id="285" r:id="rId18"/>
    <p:sldId id="293" r:id="rId19"/>
    <p:sldId id="281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黄金起</a:t>
            </a:r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中型（上）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03FD8B6-5616-88A1-725E-DE6B99D5F7E3}"/>
              </a:ext>
            </a:extLst>
          </p:cNvPr>
          <p:cNvGrpSpPr/>
          <p:nvPr/>
        </p:nvGrpSpPr>
        <p:grpSpPr>
          <a:xfrm>
            <a:off x="1630401" y="185784"/>
            <a:ext cx="8931197" cy="6486432"/>
            <a:chOff x="1697937" y="158311"/>
            <a:chExt cx="8931197" cy="648643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2BB255F7-CCFF-2940-78C7-73F931C71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7937" y="158311"/>
              <a:ext cx="8931197" cy="344019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8008418-F622-B5CF-C95D-D5FC3D395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7938" y="3598504"/>
              <a:ext cx="8931196" cy="30462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151348" y="122866"/>
            <a:ext cx="5763116" cy="445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他很愤怒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将你的被破掉的盾变成伤害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盾附魔是指数，怎么指数你别管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很吃环境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很吃走位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打毒一打一个不吱声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盾核没东西用还是得用的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我说氮气把自己盾烫掉不就有输出了吗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AE6C54-E766-E454-1413-5FF7C0D1C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61" y="285474"/>
            <a:ext cx="3372023" cy="4102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4B08F26-9A68-AF16-3275-8F81E2DB78AD}"/>
              </a:ext>
            </a:extLst>
          </p:cNvPr>
          <p:cNvSpPr txBox="1"/>
          <p:nvPr/>
        </p:nvSpPr>
        <p:spPr>
          <a:xfrm>
            <a:off x="249161" y="460916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俗称怒球、愤怒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AA5A0C4-FA5D-2159-DF8D-848378952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159" y="1198662"/>
            <a:ext cx="2127359" cy="7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115315" y="0"/>
            <a:ext cx="2377574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提供科技充能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提供毒频率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15441" y="4629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俗称木马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4F8A465-4096-F772-C94A-1A889C137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1" y="260560"/>
            <a:ext cx="3397425" cy="410866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B308398-9ABE-EB34-245C-2BEFDCA86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775" y="1309289"/>
            <a:ext cx="5129964" cy="115246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262A004-9A67-AEA6-2398-8CAC6EBB9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775" y="2451050"/>
            <a:ext cx="5867702" cy="9779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D354E9C-42AB-6A29-4404-D384AC7B1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775" y="3429000"/>
            <a:ext cx="7658494" cy="93349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F3350F-78C8-02E2-B830-6F488AAAD3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775" y="4331472"/>
            <a:ext cx="5645440" cy="96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6976-14F9-6834-CC90-BF0B12E6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B2698C9-E43D-591B-9AF3-3FF759DB67A9}"/>
              </a:ext>
            </a:extLst>
          </p:cNvPr>
          <p:cNvSpPr txBox="1"/>
          <p:nvPr/>
        </p:nvSpPr>
        <p:spPr>
          <a:xfrm>
            <a:off x="315441" y="4629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俗称木马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5EBB248-7CE7-01FF-6128-1810C2CF7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1" y="260560"/>
            <a:ext cx="3397425" cy="410866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CDA35B35-8377-0DC9-4E1F-1B4637BDC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804" y="89119"/>
            <a:ext cx="7010760" cy="9588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7DC5A0-BFBD-C5E8-C4C7-A63C338F3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9804" y="1048018"/>
            <a:ext cx="5664491" cy="9588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3FC8E9B-20ED-E079-2AEC-D79A6BEFD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9804" y="2006917"/>
            <a:ext cx="4894565" cy="82434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12FF55B-908D-8EEF-7ED2-DB5A84E5FE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9804" y="2831265"/>
            <a:ext cx="4894565" cy="87251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D62CCF7-5585-6E61-D4C0-1F52E5441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9804" y="3679059"/>
            <a:ext cx="5791381" cy="141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4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89B7-3F40-A6A6-C900-22C9ECBE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E633171-8B1F-102B-2B80-16C1F42D3A4B}"/>
              </a:ext>
            </a:extLst>
          </p:cNvPr>
          <p:cNvSpPr txBox="1"/>
          <p:nvPr/>
        </p:nvSpPr>
        <p:spPr>
          <a:xfrm>
            <a:off x="315441" y="46294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俗称木马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8A9D1D4-4F0D-BD2B-F2D2-D77045D11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1" y="260560"/>
            <a:ext cx="3397425" cy="410866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4CFB8E2-4F21-5EB8-BCDB-D4122A95B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319" y="260560"/>
            <a:ext cx="7315576" cy="99065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6BED1E8-4178-7478-BFFA-BB14FDBAE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319" y="1251210"/>
            <a:ext cx="7309777" cy="304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271601" y="43000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俗称冰球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3916772" y="30881"/>
            <a:ext cx="2685351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慢！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很慢！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永冻小帮手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提供大量冰频率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A6C289-AC8E-01B3-7F02-3D7F0FC44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1" y="275360"/>
            <a:ext cx="3295819" cy="379114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8EF5DB-1878-FC0C-0B52-DAADF3BCB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5055" y="89103"/>
            <a:ext cx="2832246" cy="23115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A323FB1-F6C7-BABB-528C-085DBCEC3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4283" y="2274187"/>
            <a:ext cx="5346975" cy="12192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6BF7313-00E7-26D0-3707-317C207B0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283" y="3388958"/>
            <a:ext cx="5346975" cy="139159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8DABD39-BFF2-B058-8827-5FB805A60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282" y="4726809"/>
            <a:ext cx="5336689" cy="139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EE5A-7DA3-F5B8-C40F-03983AB9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E8D4773E-F7AA-D49B-8D8A-4864A2D4F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601" y="275360"/>
            <a:ext cx="3295819" cy="37911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7FEBC04-2E80-9F35-8482-1A241A2CE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051" y="63864"/>
            <a:ext cx="6105226" cy="18076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D89D2A9-1189-F4ED-3BF6-4B5FA901C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051" y="1842458"/>
            <a:ext cx="6274122" cy="9525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A1AF6D4-E7C2-82E5-B00E-2D4C1C75DD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051" y="2795007"/>
            <a:ext cx="5250722" cy="84468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85F45CC-FEF1-44B0-81F3-576962F502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3964" y="348103"/>
            <a:ext cx="1536369" cy="95254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037E7FA-DAEC-E034-ADA0-207F4E3DDE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9051" y="4451332"/>
            <a:ext cx="5250722" cy="8296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5743C4D-228E-16B0-888E-094EAAA3A7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9051" y="3631075"/>
            <a:ext cx="5250722" cy="82025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D96CA46-BB2A-63D8-8590-6C8ECEB22C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89051" y="5262976"/>
            <a:ext cx="4629399" cy="95403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2511D14A-FCEB-0F4B-B58B-ACE79347C138}"/>
              </a:ext>
            </a:extLst>
          </p:cNvPr>
          <p:cNvSpPr txBox="1"/>
          <p:nvPr/>
        </p:nvSpPr>
        <p:spPr>
          <a:xfrm>
            <a:off x="271601" y="430006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俗称冰球</a:t>
            </a:r>
          </a:p>
        </p:txBody>
      </p:sp>
    </p:spTree>
    <p:extLst>
      <p:ext uri="{BB962C8B-B14F-4D97-AF65-F5344CB8AC3E}">
        <p14:creationId xmlns:p14="http://schemas.microsoft.com/office/powerpoint/2010/main" val="3487617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162881" y="110536"/>
            <a:ext cx="4224233" cy="279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妙妙小工具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朴实无华的对策卡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锦标赛很强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吃环境、吃理解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需要对环境主流阵容有了解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0444E0-6F4E-9852-46FB-3B3E3ECA430A}"/>
              </a:ext>
            </a:extLst>
          </p:cNvPr>
          <p:cNvSpPr txBox="1"/>
          <p:nvPr/>
        </p:nvSpPr>
        <p:spPr>
          <a:xfrm>
            <a:off x="357468" y="4442710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俗称锯子（看语境区分恐龙小锯）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932844-E420-065C-51A4-803864067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68" y="257074"/>
            <a:ext cx="3352972" cy="390545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441486-9EF9-F39F-CA12-14FA9A069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7836" y="110536"/>
            <a:ext cx="2688039" cy="217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083864" y="95277"/>
            <a:ext cx="453201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其实他伤害蛮高的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需要吃暴击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想办法凑满多一些武器和科技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349564" y="52187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俗称保安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45F86A-0B9C-8BDF-3349-991A27924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59" y="143480"/>
            <a:ext cx="3378374" cy="49532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27DFD73-C348-13B0-1018-35D309BD4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227" y="98497"/>
            <a:ext cx="2011314" cy="158835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D13A572-EE0E-55E8-9882-C2D49923E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5598" y="1784586"/>
            <a:ext cx="6623390" cy="170188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15AAB2C-81A2-58D0-3169-7143CCF92D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5598" y="3413135"/>
            <a:ext cx="7315576" cy="9652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8F71ABD-87A4-CF3D-038F-922933B05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5598" y="4342797"/>
            <a:ext cx="6445581" cy="1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087A1-3519-BACB-E12F-59D540CE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FD379992-0A52-9893-DE0A-95404566B11F}"/>
              </a:ext>
            </a:extLst>
          </p:cNvPr>
          <p:cNvSpPr txBox="1"/>
          <p:nvPr/>
        </p:nvSpPr>
        <p:spPr>
          <a:xfrm>
            <a:off x="349564" y="52187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俗称保安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EB5E46-EB7D-752B-961F-1A9F0E993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59" y="143480"/>
            <a:ext cx="3378374" cy="49532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B859D22-394C-6C7E-761F-53EFA01D3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076" y="143480"/>
            <a:ext cx="4258978" cy="8517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00DE2A-BE94-BA4A-82BC-8CBE350831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076" y="995274"/>
            <a:ext cx="5336416" cy="8743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7BA897-8BCA-8796-CC2A-6CC73D9650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9076" y="1869634"/>
            <a:ext cx="6301032" cy="8517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A6CAE6F-1E72-269F-A0A7-73DC39201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9076" y="2703653"/>
            <a:ext cx="5573338" cy="8856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7D74260-6455-EB90-BBE0-D855991213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9076" y="3555448"/>
            <a:ext cx="6611693" cy="88664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4195A686-8E30-607C-40E2-8387AD2BA2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9076" y="4442096"/>
            <a:ext cx="5281124" cy="162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1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B008-834B-5BB5-B109-1B4FE298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9C8E0F5B-1ADA-6985-9D00-D6E939FFB167}"/>
              </a:ext>
            </a:extLst>
          </p:cNvPr>
          <p:cNvSpPr txBox="1"/>
          <p:nvPr/>
        </p:nvSpPr>
        <p:spPr>
          <a:xfrm>
            <a:off x="287259" y="41692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俗称废料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62ADD0-5F41-6295-C02E-60B9754F8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9" y="259986"/>
            <a:ext cx="3314870" cy="370859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3508622-3784-3A64-5A3C-A9B6BAADA9D3}"/>
              </a:ext>
            </a:extLst>
          </p:cNvPr>
          <p:cNvSpPr txBox="1"/>
          <p:nvPr/>
        </p:nvSpPr>
        <p:spPr>
          <a:xfrm>
            <a:off x="4083864" y="95277"/>
            <a:ext cx="5843266" cy="279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朴实无华的升级来源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机宝永远的</a:t>
            </a:r>
            <a:r>
              <a:rPr lang="en-US" altLang="zh-CN" sz="2400" dirty="0"/>
              <a:t>S</a:t>
            </a:r>
            <a:r>
              <a:rPr lang="zh-CN" altLang="en-US" sz="2400" dirty="0"/>
              <a:t>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升级与冷却时间可以分开喂 会智能识别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记得做任务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全钻了也可以朴实无华地喂</a:t>
            </a:r>
            <a:r>
              <a:rPr lang="en-US" altLang="zh-CN" sz="2400" dirty="0"/>
              <a:t>CD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BC7731-4A5C-02BC-CCF5-FCF315F7A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526" y="2945238"/>
            <a:ext cx="2047518" cy="139243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DA7F2EB-C25C-AAE5-8B33-FF2DD2A12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704" y="2945238"/>
            <a:ext cx="5571978" cy="186683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8DC7451-098C-2305-DA93-702321535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0819" y="4437091"/>
            <a:ext cx="2745041" cy="141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0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92B0F-8EA2-8CB8-7110-06361DAF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3851D6A-C7A8-7660-0B5A-C48168B0C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9" y="234118"/>
            <a:ext cx="3276768" cy="38927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5A85C5-66B2-4D51-B7C6-AB5811E06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515" y="1230588"/>
            <a:ext cx="5431608" cy="104009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E554E8F-3ECE-672F-7E03-D9C290352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6516" y="2270683"/>
            <a:ext cx="5970870" cy="86509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ABF2930-E6BC-C518-7391-6F721F8C6992}"/>
              </a:ext>
            </a:extLst>
          </p:cNvPr>
          <p:cNvSpPr txBox="1"/>
          <p:nvPr/>
        </p:nvSpPr>
        <p:spPr>
          <a:xfrm>
            <a:off x="4083864" y="95277"/>
            <a:ext cx="268535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提供大量火频率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帮助起飞</a:t>
            </a:r>
            <a:endParaRPr lang="en-US" altLang="zh-CN" sz="2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E438D063-8AD3-1FFC-3655-D75F6BF44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6515" y="3135781"/>
            <a:ext cx="6047070" cy="85401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0A26612-28F6-F629-B731-308ADD9F6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514" y="3989797"/>
            <a:ext cx="4880624" cy="8481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453F891-03B8-960E-BB09-22024CBBD9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6514" y="4814476"/>
            <a:ext cx="4880624" cy="91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122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893C-D3F1-8E1A-5784-5AA10AFA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163571-ECEA-57B8-7F58-2DCFC1E66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59" y="234118"/>
            <a:ext cx="3276768" cy="38927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A9D4550-C07B-CE97-1DED-33E6743E98D5}"/>
              </a:ext>
            </a:extLst>
          </p:cNvPr>
          <p:cNvSpPr txBox="1"/>
          <p:nvPr/>
        </p:nvSpPr>
        <p:spPr>
          <a:xfrm>
            <a:off x="4083864" y="95277"/>
            <a:ext cx="4224233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伙伴频率也可以触发发射台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65B678-DA39-DC9F-BFEE-7E317B24C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045" y="699400"/>
            <a:ext cx="4652527" cy="120117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C73B3A-F4F0-CCF9-C468-99B9844D9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45" y="1900578"/>
            <a:ext cx="6041432" cy="8705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3979887-411D-FEC9-5166-E37E4DEE0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45" y="2771152"/>
            <a:ext cx="5402524" cy="98127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3185A519-83E7-CE11-294B-0E34BD540A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46" y="3752426"/>
            <a:ext cx="5402524" cy="104300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6C41867-37EF-6B5D-513D-04EB5C4187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46" y="4733701"/>
            <a:ext cx="5402524" cy="106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9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A5AD-48B7-E196-2B08-D41B93ED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166622-9099-B517-F4AD-EE0C22631BA1}"/>
              </a:ext>
            </a:extLst>
          </p:cNvPr>
          <p:cNvSpPr txBox="1"/>
          <p:nvPr/>
        </p:nvSpPr>
        <p:spPr>
          <a:xfrm>
            <a:off x="3960773" y="169784"/>
            <a:ext cx="6070893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可以用来运转多尔王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也可以升级多尔王（记得无核提前上场）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8A600F-D2E2-C170-CA0E-CAB20DF1A100}"/>
              </a:ext>
            </a:extLst>
          </p:cNvPr>
          <p:cNvSpPr txBox="1"/>
          <p:nvPr/>
        </p:nvSpPr>
        <p:spPr>
          <a:xfrm>
            <a:off x="227599" y="44698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俗称主机、控制室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CBD8FB-BDCA-5393-2BD1-473A12052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9" y="243154"/>
            <a:ext cx="3340272" cy="39372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9B912C7-E903-34C4-431B-E348A3B9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673" y="1431200"/>
            <a:ext cx="5836841" cy="19011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647315-36E5-FE5A-A0BE-DFE968AA5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673" y="3458472"/>
            <a:ext cx="6705945" cy="161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2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C7F2-3409-57E4-E8DC-78269475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607B65F-D6F5-45DB-7A67-DBB7D13C507B}"/>
              </a:ext>
            </a:extLst>
          </p:cNvPr>
          <p:cNvSpPr txBox="1"/>
          <p:nvPr/>
        </p:nvSpPr>
        <p:spPr>
          <a:xfrm>
            <a:off x="3861127" y="0"/>
            <a:ext cx="4224233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但是你知道的，核心有很多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14BFA1-0CAD-B5EF-0212-5EB6EF4145F2}"/>
              </a:ext>
            </a:extLst>
          </p:cNvPr>
          <p:cNvSpPr txBox="1"/>
          <p:nvPr/>
        </p:nvSpPr>
        <p:spPr>
          <a:xfrm>
            <a:off x="227599" y="44698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俗称主机、控制室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B8BD39-A915-CCDB-2B83-10A43F37E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9" y="243154"/>
            <a:ext cx="3340272" cy="393720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B9EE677-01B8-0772-EB0B-6EDC6E762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8410" y="581313"/>
            <a:ext cx="8301882" cy="8793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E1A42C7-39D4-7289-E180-52A17B872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410" y="2618509"/>
            <a:ext cx="4738067" cy="117656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D8A5261-1A83-D51D-E01A-FE6581069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410" y="1460677"/>
            <a:ext cx="5546959" cy="115783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0F2A6FC-81CF-6DCE-9E1A-EC79B5378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11" y="3776342"/>
            <a:ext cx="5406282" cy="87858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1413A9D-1BEA-D162-563C-23E2BE304F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8411" y="4607630"/>
            <a:ext cx="6432052" cy="135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9394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0466-2EE3-F64D-BD63-DE01CCCC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A4A1E6B-E558-66F4-7082-D9130CEFF3B9}"/>
              </a:ext>
            </a:extLst>
          </p:cNvPr>
          <p:cNvSpPr txBox="1"/>
          <p:nvPr/>
        </p:nvSpPr>
        <p:spPr>
          <a:xfrm>
            <a:off x="3843542" y="34328"/>
            <a:ext cx="391645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防冻（吃环境和理解）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将冰频率转化为加速频率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C5A6F81-4D92-8E86-58CD-0413F3D16E3C}"/>
              </a:ext>
            </a:extLst>
          </p:cNvPr>
          <p:cNvSpPr txBox="1"/>
          <p:nvPr/>
        </p:nvSpPr>
        <p:spPr>
          <a:xfrm>
            <a:off x="227599" y="45226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俗称围巾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BB287F-00CD-EBF4-7AA6-2B42BF59A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9" y="151559"/>
            <a:ext cx="3308520" cy="421026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B7FD80F-0648-5F21-A38F-BFB0981FC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542" y="1216532"/>
            <a:ext cx="5086611" cy="971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0AB6C0-7D06-2BCE-F1FD-C3589D30E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3542" y="2188132"/>
            <a:ext cx="5181866" cy="98430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1D5A714-55A1-0367-6A58-C65F70AA1E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542" y="3172433"/>
            <a:ext cx="2708032" cy="138177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94B1EC8-3BD6-CDEB-4571-07AE25714B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370" y="3159732"/>
            <a:ext cx="4666922" cy="13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279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3F4A-0661-3D9A-AA45-8E33998BB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E2DC7CBE-804C-4709-0C97-A80D3703D29D}"/>
              </a:ext>
            </a:extLst>
          </p:cNvPr>
          <p:cNvSpPr txBox="1"/>
          <p:nvPr/>
        </p:nvSpPr>
        <p:spPr>
          <a:xfrm>
            <a:off x="227599" y="452263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俗称围巾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48D90B-ECB1-E2CD-9986-CEF260961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99" y="151559"/>
            <a:ext cx="3308520" cy="421026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DACA3EB-ED17-78C3-3667-3910436F0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692" y="151559"/>
            <a:ext cx="4982723" cy="13732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CCBB54-A1BF-957E-AF62-B9DAA4FC0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692" y="1524788"/>
            <a:ext cx="5423179" cy="128911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73C6E1-63EA-B439-0E89-A473590F42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692" y="2813904"/>
            <a:ext cx="5620039" cy="113670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9D6153C-BB5F-E7E3-8E8D-73ADAC8AC2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2692" y="3950612"/>
            <a:ext cx="6375728" cy="9588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C8F42CC-96DC-3A04-D968-39E3A805E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692" y="4891963"/>
            <a:ext cx="4285200" cy="10923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E81D64E-6BDA-0328-F366-A4C698178A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7892" y="5085673"/>
            <a:ext cx="2254366" cy="70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803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274409" y="431917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俗称喷火枪、喷火器、火枪</a:t>
            </a:r>
            <a:endParaRPr lang="en-US" altLang="zh-CN" dirty="0"/>
          </a:p>
          <a:p>
            <a:r>
              <a:rPr lang="zh-CN" altLang="en-US" dirty="0"/>
              <a:t>（与等离子枪区分）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704B38A-54A9-E305-B4F2-9645ECC2F3BF}"/>
              </a:ext>
            </a:extLst>
          </p:cNvPr>
          <p:cNvSpPr txBox="1"/>
          <p:nvPr/>
        </p:nvSpPr>
        <p:spPr>
          <a:xfrm>
            <a:off x="3943889" y="0"/>
            <a:ext cx="360868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伤害转化率最高的武器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朴实无华的数值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需要给他一点运转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EC9A6E-4DF4-0642-575A-06C379D1B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99" y="251702"/>
            <a:ext cx="3270418" cy="38927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1D1466-FF0B-8656-662D-C476135D8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09" y="4995074"/>
            <a:ext cx="3664545" cy="7395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47B3BA-EED7-331E-0C84-02138DBAA7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061" y="82956"/>
            <a:ext cx="2579640" cy="206709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39F28DE-15E1-FE1C-4B9F-0AFEA32898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7138" y="2261155"/>
            <a:ext cx="3197184" cy="54862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9687631-2968-4FCD-3558-C1743EDF0A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2963" y="2897466"/>
            <a:ext cx="6726051" cy="88900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C785F8F-A987-8C89-E274-B67F19D3D64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52643"/>
          <a:stretch>
            <a:fillRect/>
          </a:stretch>
        </p:blipFill>
        <p:spPr>
          <a:xfrm>
            <a:off x="3943889" y="1689309"/>
            <a:ext cx="2523237" cy="120815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F163B7E-C717-AC33-3555-4EC63F3A69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2963" y="3786475"/>
            <a:ext cx="4813249" cy="92056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A7B37D5-A2A6-3FED-5854-506E9F60C5A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3228"/>
          <a:stretch>
            <a:fillRect/>
          </a:stretch>
        </p:blipFill>
        <p:spPr>
          <a:xfrm>
            <a:off x="6467126" y="1693409"/>
            <a:ext cx="2020640" cy="120405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D125EFD-863A-EC53-61CB-5AA316BBBF9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42963" y="4707042"/>
            <a:ext cx="5721644" cy="94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4325</TotalTime>
  <Words>288</Words>
  <Application>Microsoft Office PowerPoint</Application>
  <PresentationFormat>宽屏</PresentationFormat>
  <Paragraphs>57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41</cp:revision>
  <dcterms:created xsi:type="dcterms:W3CDTF">2025-07-23T00:59:00Z</dcterms:created>
  <dcterms:modified xsi:type="dcterms:W3CDTF">2026-07-15T02:10:20Z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