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77" r:id="rId8"/>
    <p:sldId id="28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4272422" y="3770265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黄金起小型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0C78F046-547E-6F3B-9EE5-16688B9AA3CC}"/>
              </a:ext>
            </a:extLst>
          </p:cNvPr>
          <p:cNvGrpSpPr/>
          <p:nvPr/>
        </p:nvGrpSpPr>
        <p:grpSpPr>
          <a:xfrm>
            <a:off x="1787303" y="513894"/>
            <a:ext cx="8617394" cy="4868918"/>
            <a:chOff x="1740410" y="278151"/>
            <a:chExt cx="8617394" cy="486891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9BE0998-D5B7-BA01-936C-5C84B5F71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0411" y="278151"/>
              <a:ext cx="8617393" cy="1073205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BC78F61-0303-7AD6-932F-8044199F5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542"/>
            <a:stretch>
              <a:fillRect/>
            </a:stretch>
          </p:blipFill>
          <p:spPr>
            <a:xfrm>
              <a:off x="1740411" y="1556089"/>
              <a:ext cx="8617393" cy="104145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232D139-65FC-9507-8587-2B98B8BBF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607"/>
            <a:stretch>
              <a:fillRect/>
            </a:stretch>
          </p:blipFill>
          <p:spPr>
            <a:xfrm>
              <a:off x="1740410" y="2802276"/>
              <a:ext cx="8617393" cy="1054154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E4A878F-E17D-DC3D-9C07-E7CB02CC2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633"/>
            <a:stretch>
              <a:fillRect/>
            </a:stretch>
          </p:blipFill>
          <p:spPr>
            <a:xfrm>
              <a:off x="1740410" y="4061163"/>
              <a:ext cx="8617393" cy="10859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868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568658" y="71311"/>
            <a:ext cx="514756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提供清火（看对手职业和环境）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提供冰频率（被动物品可以吃冰）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三秒启动的科技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8782FB-C161-6A08-E2A4-F3AB836F75FD}"/>
              </a:ext>
            </a:extLst>
          </p:cNvPr>
          <p:cNvSpPr txBox="1"/>
          <p:nvPr/>
        </p:nvSpPr>
        <p:spPr>
          <a:xfrm>
            <a:off x="356471" y="4791184"/>
            <a:ext cx="1705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俗称风扇、</a:t>
            </a:r>
            <a:r>
              <a:rPr lang="en-US" altLang="zh-CN" dirty="0"/>
              <a:t>fan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B3472E-7888-A064-C8E6-1F620C9FC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1" y="289903"/>
            <a:ext cx="3791145" cy="420391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1ACA939-5139-43EB-A03A-BB47FDFA5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698" y="1843521"/>
            <a:ext cx="7410831" cy="17717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B8A7933-2E22-CBED-D1C2-5D37F4440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697" y="3615262"/>
            <a:ext cx="3659137" cy="154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E0747-72A0-2AB7-3032-F005BCDC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0A53432-1724-3638-EBB4-C006BF690E65}"/>
              </a:ext>
            </a:extLst>
          </p:cNvPr>
          <p:cNvSpPr txBox="1"/>
          <p:nvPr/>
        </p:nvSpPr>
        <p:spPr>
          <a:xfrm>
            <a:off x="356471" y="4791184"/>
            <a:ext cx="1705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俗称风扇、</a:t>
            </a:r>
            <a:r>
              <a:rPr lang="en-US" altLang="zh-CN" dirty="0"/>
              <a:t>fan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55821C-8837-3C9C-953B-A60DDE24F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1" y="289903"/>
            <a:ext cx="3791145" cy="420391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B3C283-67CD-B671-3C68-BF6CC8484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227" y="94969"/>
            <a:ext cx="5899453" cy="14161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1240DD7-000B-0089-A702-E320EAFD3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27" y="1511092"/>
            <a:ext cx="6553537" cy="119386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572EA15-AE93-E602-73DD-3BD1F87A7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227" y="2704953"/>
            <a:ext cx="2670772" cy="13512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6DFC03-D715-FDC5-658E-7881D943B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8999" y="2633829"/>
            <a:ext cx="4810318" cy="18599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8061310-656A-752F-9631-AB3F30C68C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8226" y="4420754"/>
            <a:ext cx="5849203" cy="14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4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3217-DEEB-3BA1-74D4-2B038B7DA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B283F410-6184-51A7-268F-55F56886D33C}"/>
              </a:ext>
            </a:extLst>
          </p:cNvPr>
          <p:cNvSpPr txBox="1"/>
          <p:nvPr/>
        </p:nvSpPr>
        <p:spPr>
          <a:xfrm>
            <a:off x="356471" y="479118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俗称氮气、凝露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435B0DB-42E4-D291-46C9-1D648652D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1" y="351586"/>
            <a:ext cx="3651438" cy="411501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F154CB4-53FB-193A-02BC-FEF9CBDA9364}"/>
              </a:ext>
            </a:extLst>
          </p:cNvPr>
          <p:cNvSpPr txBox="1"/>
          <p:nvPr/>
        </p:nvSpPr>
        <p:spPr>
          <a:xfrm>
            <a:off x="4568658" y="71311"/>
            <a:ext cx="3300904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提供火频率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提供额外充能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三秒启动的科技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注意不要把自己烧死</a:t>
            </a:r>
            <a:endParaRPr lang="en-US" altLang="zh-CN" sz="2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816F6A7-29A9-CB98-ACCD-FA0674105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605" y="2314617"/>
            <a:ext cx="7067913" cy="107320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3C7CCC3-4D4B-091A-A361-394E6351A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605" y="3429000"/>
            <a:ext cx="6597989" cy="110495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079A486-1620-AB06-39FA-7F4434F3A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605" y="4533957"/>
            <a:ext cx="5576257" cy="12295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A008E86-58B4-E529-B43A-558FC348E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9636" y="176820"/>
            <a:ext cx="4721614" cy="151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4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03BF0-5B4A-FC25-9555-ABBBFC57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8149EC5-E95E-C715-BFD6-612967376235}"/>
              </a:ext>
            </a:extLst>
          </p:cNvPr>
          <p:cNvSpPr txBox="1"/>
          <p:nvPr/>
        </p:nvSpPr>
        <p:spPr>
          <a:xfrm>
            <a:off x="356471" y="479118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俗称氮气、凝露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D51E27F-CE6A-653E-2489-6C51A7DA3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1" y="351586"/>
            <a:ext cx="3651438" cy="41150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39E114C-48C1-8640-70C1-A34481561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998" y="118273"/>
            <a:ext cx="6801200" cy="12700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5C904F-62F7-4A07-B3E3-1B06D1B17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998" y="1341174"/>
            <a:ext cx="5571021" cy="14146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E4DB03-307B-C448-2E28-7E9E6AF60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998" y="2755851"/>
            <a:ext cx="5835950" cy="13335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C0B88B2-EEFC-E59D-5232-95458B54F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0998" y="4089421"/>
            <a:ext cx="6982511" cy="16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9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350177" y="1973"/>
            <a:ext cx="2993127" cy="3351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机宝的底层逻辑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永远的</a:t>
            </a:r>
            <a:r>
              <a:rPr lang="en-US" altLang="zh-CN" sz="2400" dirty="0"/>
              <a:t>S</a:t>
            </a:r>
            <a:r>
              <a:rPr lang="zh-CN" altLang="en-US" sz="2400" dirty="0"/>
              <a:t>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见到先抓一个再说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基本的两个思路：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、直充终端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</a:t>
            </a:r>
            <a:r>
              <a:rPr lang="zh-CN" altLang="en-US" sz="2400" dirty="0"/>
              <a:t>、构成回踩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68856C-DD3D-3353-C073-59538147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04" y="209391"/>
            <a:ext cx="3727642" cy="40261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F4D9899-EE3B-B182-7B69-9C07C425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178" y="3353275"/>
            <a:ext cx="6376252" cy="12990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FE1F115-2129-5C53-E371-9BB2333B7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178" y="4652351"/>
            <a:ext cx="6376252" cy="132353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B8A3ED2-43BB-52E0-0508-33E2827D9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946" y="209391"/>
            <a:ext cx="2819545" cy="7810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34C7734-92F2-4901-3DD2-FF13DB34D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2945" y="931821"/>
            <a:ext cx="2819545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B83A-4793-59F0-DA25-5DE2A1E5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2978DAA-C2F3-2E54-A522-31F9492AA0F2}"/>
              </a:ext>
            </a:extLst>
          </p:cNvPr>
          <p:cNvSpPr txBox="1"/>
          <p:nvPr/>
        </p:nvSpPr>
        <p:spPr>
          <a:xfrm>
            <a:off x="4161778" y="0"/>
            <a:ext cx="2685351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妙妙小工具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想留又不好上场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10E707-23E0-FD1E-8235-DD6E03A391D1}"/>
              </a:ext>
            </a:extLst>
          </p:cNvPr>
          <p:cNvSpPr txBox="1"/>
          <p:nvPr/>
        </p:nvSpPr>
        <p:spPr>
          <a:xfrm>
            <a:off x="249481" y="45038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俗称投影、复制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60EA81-F7D8-A36A-0B1D-D24EFA909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2" y="247611"/>
            <a:ext cx="3683189" cy="398165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68EC82E-E26F-4E4F-BB85-CC766E86B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820" y="3250901"/>
            <a:ext cx="4580475" cy="11307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43EBE7-2145-7E16-A914-1B78DCD6E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820" y="2184046"/>
            <a:ext cx="5918504" cy="10668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6D8EE3F-0576-D53B-FAAD-B87F486C3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820" y="1135311"/>
            <a:ext cx="7734698" cy="106685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F0CF3C-97CA-2B9C-2D6D-DAB1C3BDFD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8820" y="4381623"/>
            <a:ext cx="6318575" cy="10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1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2554</TotalTime>
  <Words>112</Words>
  <Application>Microsoft Office PowerPoint</Application>
  <PresentationFormat>宽屏</PresentationFormat>
  <Paragraphs>23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20</cp:revision>
  <dcterms:created xsi:type="dcterms:W3CDTF">2025-07-23T00:59:00Z</dcterms:created>
  <dcterms:modified xsi:type="dcterms:W3CDTF">2026-07-10T15:41:19Z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