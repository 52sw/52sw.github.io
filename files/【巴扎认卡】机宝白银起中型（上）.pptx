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6" r:id="rId4"/>
    <p:sldId id="277" r:id="rId5"/>
    <p:sldId id="262" r:id="rId6"/>
    <p:sldId id="263" r:id="rId7"/>
    <p:sldId id="264" r:id="rId8"/>
    <p:sldId id="278" r:id="rId9"/>
    <p:sldId id="284" r:id="rId10"/>
    <p:sldId id="279" r:id="rId11"/>
    <p:sldId id="285" r:id="rId12"/>
    <p:sldId id="281" r:id="rId13"/>
    <p:sldId id="280" r:id="rId14"/>
    <p:sldId id="267" r:id="rId15"/>
    <p:sldId id="286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3233676" y="3770265"/>
            <a:ext cx="5724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白银起中型（上）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E70D4F8A-9CF6-C19F-49C7-49BA91FDBE48}"/>
              </a:ext>
            </a:extLst>
          </p:cNvPr>
          <p:cNvGrpSpPr/>
          <p:nvPr/>
        </p:nvGrpSpPr>
        <p:grpSpPr>
          <a:xfrm>
            <a:off x="2453915" y="294431"/>
            <a:ext cx="7284170" cy="6269137"/>
            <a:chOff x="2320099" y="177938"/>
            <a:chExt cx="7284170" cy="626913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A95405E-779A-198D-1BCA-7CC9086C1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0099" y="177938"/>
              <a:ext cx="7284170" cy="3356746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2F0E0DB-BB5F-2BDA-6F87-B87636B3A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0099" y="3534684"/>
              <a:ext cx="7284170" cy="29123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948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617753" y="200187"/>
            <a:ext cx="3608680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有着高贵的</a:t>
            </a:r>
            <a:r>
              <a:rPr lang="en-US" altLang="zh-CN" sz="2400" dirty="0"/>
              <a:t>20%CDR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顺便补一点点伤害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一般来说还是要双放的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D1AF44-A0E3-2B44-666A-8230693EA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64" y="200187"/>
            <a:ext cx="3321221" cy="483259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8F4C920-0153-9474-1DB9-8C79DED43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926" y="2939029"/>
            <a:ext cx="6782149" cy="167013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36D2522-2B8B-7AAD-FB6F-9B58BACBF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599" y="156555"/>
            <a:ext cx="2902099" cy="23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649503" y="81689"/>
            <a:ext cx="4947188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将加速频率转换为伤害</a:t>
            </a:r>
            <a:r>
              <a:rPr lang="en-US" altLang="zh-CN" sz="2400" dirty="0"/>
              <a:t>/</a:t>
            </a:r>
            <a:r>
              <a:rPr lang="zh-CN" altLang="en-US" sz="2400" dirty="0"/>
              <a:t>伙伴频率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常见于前期补伤害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4A4A8-31CF-8204-D3CF-68CAC7887C54}"/>
              </a:ext>
            </a:extLst>
          </p:cNvPr>
          <p:cNvSpPr txBox="1"/>
          <p:nvPr/>
        </p:nvSpPr>
        <p:spPr>
          <a:xfrm>
            <a:off x="315441" y="508937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俗称卡尔、中车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7A7725-6107-2709-FFD7-43F7C6DF6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97" y="302765"/>
            <a:ext cx="3340272" cy="45341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866E85A-A162-3676-64E6-CD23809A6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152" y="793424"/>
            <a:ext cx="3797517" cy="152146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84303C2-0768-CE0D-6A0B-617A1794A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503" y="2384761"/>
            <a:ext cx="5948797" cy="152146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4AECEDC-361F-5EC7-6621-95F6473F92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503" y="3976097"/>
            <a:ext cx="5551360" cy="16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02279E7-A5CD-BDF2-CF43-A7E724F17AE7}"/>
              </a:ext>
            </a:extLst>
          </p:cNvPr>
          <p:cNvSpPr txBox="1"/>
          <p:nvPr/>
        </p:nvSpPr>
        <p:spPr>
          <a:xfrm>
            <a:off x="271601" y="47357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俗称帽子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B48733-F582-F1EF-361E-A75F29E81186}"/>
              </a:ext>
            </a:extLst>
          </p:cNvPr>
          <p:cNvSpPr txBox="1"/>
          <p:nvPr/>
        </p:nvSpPr>
        <p:spPr>
          <a:xfrm>
            <a:off x="4637780" y="193431"/>
            <a:ext cx="2377574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帮助飞核启动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提供大量加速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比较占地方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2D8C87-264B-0FE7-BA94-910FAE31C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01" y="234855"/>
            <a:ext cx="3314870" cy="426106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3C38AA-9C83-9ADA-B197-7E2D938AD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654" y="2365389"/>
            <a:ext cx="6399184" cy="225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5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96F9-386F-36BC-2452-4B114CD3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F84AAAA-70DA-2B66-C651-804239DD77F6}"/>
              </a:ext>
            </a:extLst>
          </p:cNvPr>
          <p:cNvSpPr txBox="1"/>
          <p:nvPr/>
        </p:nvSpPr>
        <p:spPr>
          <a:xfrm>
            <a:off x="4521037" y="208811"/>
            <a:ext cx="4131259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提供很多恐龙</a:t>
            </a:r>
            <a:r>
              <a:rPr lang="en-US" altLang="zh-CN" sz="2400" dirty="0"/>
              <a:t>/</a:t>
            </a:r>
            <a:r>
              <a:rPr lang="zh-CN" altLang="en-US" sz="2400" dirty="0"/>
              <a:t>遗物</a:t>
            </a:r>
            <a:r>
              <a:rPr lang="en-US" altLang="zh-CN" sz="2400" dirty="0"/>
              <a:t>/</a:t>
            </a:r>
            <a:r>
              <a:rPr lang="zh-CN" altLang="en-US" sz="2400" dirty="0"/>
              <a:t>盾频率</a:t>
            </a:r>
            <a:endParaRPr lang="en-US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0444E0-6F4E-9852-46FB-3B3E3ECA430A}"/>
              </a:ext>
            </a:extLst>
          </p:cNvPr>
          <p:cNvSpPr txBox="1"/>
          <p:nvPr/>
        </p:nvSpPr>
        <p:spPr>
          <a:xfrm>
            <a:off x="271601" y="47357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俗称伪装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1FD1C1-E07A-DD15-5BE7-E37F023F8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83" y="208811"/>
            <a:ext cx="3327571" cy="44388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7D573BE-E5D1-A613-BA54-BBFA23A75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1824" y="153073"/>
            <a:ext cx="2933851" cy="234327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DF61D41-7CE1-11A6-959A-647622F16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480" y="1105503"/>
            <a:ext cx="5158917" cy="14694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0362F70-7C84-E0B5-61F1-503BF8197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5480" y="2645188"/>
            <a:ext cx="6953607" cy="1358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E1F7EC6-A17D-E6BA-8502-56D2B6A3BF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5480" y="4074397"/>
            <a:ext cx="6058211" cy="14605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BD4E78F-393E-8202-4257-361602D0B3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1166" y="4620320"/>
            <a:ext cx="2127359" cy="50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5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A7613E-EEE7-4883-FAE9-64BAA8FEC8A7}"/>
              </a:ext>
            </a:extLst>
          </p:cNvPr>
          <p:cNvSpPr txBox="1"/>
          <p:nvPr/>
        </p:nvSpPr>
        <p:spPr>
          <a:xfrm>
            <a:off x="4546926" y="246184"/>
            <a:ext cx="1454244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大胶带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有加速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是科技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221668" y="44757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俗称矩阵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B0F01E-EAA8-9531-ED91-B082820A2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16" y="246184"/>
            <a:ext cx="3295819" cy="39689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801C1CB-4C3F-972B-716E-682E60E94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216" y="2011771"/>
            <a:ext cx="5683542" cy="16447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B409F81-E116-C890-FDFD-55C88B3A9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216" y="3732784"/>
            <a:ext cx="6121715" cy="148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2B008-834B-5BB5-B109-1B4FE2981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896AD5-CF50-7550-6435-3403D42C44C6}"/>
              </a:ext>
            </a:extLst>
          </p:cNvPr>
          <p:cNvSpPr txBox="1"/>
          <p:nvPr/>
        </p:nvSpPr>
        <p:spPr>
          <a:xfrm>
            <a:off x="4384644" y="205153"/>
            <a:ext cx="3300904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朴实无华的暴击来源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帮助飞核启动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8E0F5B-1ADA-6985-9D00-D6E939FFB167}"/>
              </a:ext>
            </a:extLst>
          </p:cNvPr>
          <p:cNvSpPr txBox="1"/>
          <p:nvPr/>
        </p:nvSpPr>
        <p:spPr>
          <a:xfrm>
            <a:off x="287259" y="4743718"/>
            <a:ext cx="1825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</a:t>
            </a:r>
            <a:r>
              <a:rPr lang="en-US" altLang="zh-CN" dirty="0"/>
              <a:t>hover tech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A49199-2A3F-A075-4158-B3D10971D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08" y="205153"/>
            <a:ext cx="3314870" cy="42229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DF2C166-2781-A8CE-F795-93C04591E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792" y="1506161"/>
            <a:ext cx="6825496" cy="242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30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2B0F-8EA2-8CB8-7110-06361DAF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DBC3E0CC-F5C9-1C89-B22A-A35BD6B8CDDA}"/>
              </a:ext>
            </a:extLst>
          </p:cNvPr>
          <p:cNvSpPr txBox="1"/>
          <p:nvPr/>
        </p:nvSpPr>
        <p:spPr>
          <a:xfrm>
            <a:off x="287259" y="4743718"/>
            <a:ext cx="1825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</a:t>
            </a:r>
            <a:r>
              <a:rPr lang="en-US" altLang="zh-CN" dirty="0"/>
              <a:t>hover tech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99045A-8DB3-AA03-52FC-91EDFEBD3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08" y="205153"/>
            <a:ext cx="3314870" cy="42229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C48B875-9E5D-5485-D087-D9F32E7AF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586" y="252492"/>
            <a:ext cx="6585288" cy="16637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F5B3356-187E-8288-A77B-A656F516C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586" y="2111481"/>
            <a:ext cx="7900318" cy="86031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1A9A3B-FE3F-8E21-BCB0-912CADADA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586" y="3167003"/>
            <a:ext cx="5899453" cy="121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22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A5AD-48B7-E196-2B08-D41B93ED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166622-9099-B517-F4AD-EE0C22631BA1}"/>
              </a:ext>
            </a:extLst>
          </p:cNvPr>
          <p:cNvSpPr txBox="1"/>
          <p:nvPr/>
        </p:nvSpPr>
        <p:spPr>
          <a:xfrm>
            <a:off x="3943188" y="243154"/>
            <a:ext cx="3300904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机宝唯一巨龙词条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用来追加伤害和斩杀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配合摧毁卡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8A600F-D2E2-C170-CA0E-CAB20DF1A100}"/>
              </a:ext>
            </a:extLst>
          </p:cNvPr>
          <p:cNvSpPr txBox="1"/>
          <p:nvPr/>
        </p:nvSpPr>
        <p:spPr>
          <a:xfrm>
            <a:off x="227599" y="53549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俗称唐龙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7848FF-E515-6551-223A-5C137C391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31" y="243154"/>
            <a:ext cx="3359323" cy="49532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8E5018-19C2-65F2-E192-B2075C364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62" y="2044918"/>
            <a:ext cx="6191568" cy="10097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6314BA-763C-904F-4444-4F7A5BF8C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262" y="3054620"/>
            <a:ext cx="6191568" cy="129786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8E42517-8152-FD3E-B26D-217FEBFBB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62" y="4352490"/>
            <a:ext cx="6191568" cy="114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7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0466-2EE3-F64D-BD63-DE01CCCC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A4A1E6B-E558-66F4-7082-D9130CEFF3B9}"/>
              </a:ext>
            </a:extLst>
          </p:cNvPr>
          <p:cNvSpPr txBox="1"/>
          <p:nvPr/>
        </p:nvSpPr>
        <p:spPr>
          <a:xfrm>
            <a:off x="3943188" y="243154"/>
            <a:ext cx="3608680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另外这个家伙是使用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所以你可以让它踩光纤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5A6F81-4D92-8E86-58CD-0413F3D16E3C}"/>
              </a:ext>
            </a:extLst>
          </p:cNvPr>
          <p:cNvSpPr txBox="1"/>
          <p:nvPr/>
        </p:nvSpPr>
        <p:spPr>
          <a:xfrm>
            <a:off x="227599" y="53549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俗称唐龙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D818DE-C01D-00F6-128C-DC4BD9F5C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31" y="243154"/>
            <a:ext cx="3359323" cy="49532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25A6CA5-C643-F5F4-6F21-021D6C7B9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660" y="1629183"/>
            <a:ext cx="7485185" cy="161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79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E6A5-59EE-4E44-0FCA-C7DD5213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5FB7092D-825F-235C-FD02-36305DEA0580}"/>
              </a:ext>
            </a:extLst>
          </p:cNvPr>
          <p:cNvSpPr txBox="1"/>
          <p:nvPr/>
        </p:nvSpPr>
        <p:spPr>
          <a:xfrm>
            <a:off x="280271" y="4975663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</a:t>
            </a:r>
            <a:r>
              <a:rPr lang="en-US" altLang="zh-CN" dirty="0"/>
              <a:t>Z-</a:t>
            </a:r>
            <a:r>
              <a:rPr lang="zh-CN" altLang="en-US" dirty="0"/>
              <a:t>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FB64FC-1F2D-41A1-7548-B46F1FA8B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69" y="162046"/>
            <a:ext cx="3308520" cy="477544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704B38A-54A9-E305-B4F2-9645ECC2F3BF}"/>
              </a:ext>
            </a:extLst>
          </p:cNvPr>
          <p:cNvSpPr txBox="1"/>
          <p:nvPr/>
        </p:nvSpPr>
        <p:spPr>
          <a:xfrm>
            <a:off x="4617753" y="200187"/>
            <a:ext cx="3608680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有着高贵的</a:t>
            </a:r>
            <a:r>
              <a:rPr lang="en-US" altLang="zh-CN" sz="2400" dirty="0"/>
              <a:t>20%CDR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补盾和控制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一般来说还是要双放的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配合飞核很好用</a:t>
            </a:r>
            <a:endParaRPr lang="en-US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3A4AA2-08E0-6F6B-1C7F-103547AEB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926" y="2939029"/>
            <a:ext cx="6782149" cy="167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37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792C-E833-F931-2E3C-161A8CC8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27A353-929F-07D0-0FE0-BE1941445DBB}"/>
              </a:ext>
            </a:extLst>
          </p:cNvPr>
          <p:cNvSpPr txBox="1"/>
          <p:nvPr/>
        </p:nvSpPr>
        <p:spPr>
          <a:xfrm>
            <a:off x="4330049" y="216815"/>
            <a:ext cx="6070893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提供大量的加速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科技套组件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数值核必备好货（尤其是火核和武装核）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推荐纪律性抓取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A388B3-A4D3-4C0C-FD41-7AD5E4C18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1" y="413895"/>
            <a:ext cx="3378374" cy="39245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5DF27C-47D9-2560-9E26-3909AF679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689" y="2451050"/>
            <a:ext cx="5486682" cy="9779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0FB1C6D-87F8-DC42-A12B-893BCD1EE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690" y="3429001"/>
            <a:ext cx="5576550" cy="104858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E5F2112-A688-9AB4-B982-4C8928821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690" y="4477583"/>
            <a:ext cx="5441538" cy="119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66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3070-BD78-306E-6F5D-4E48E1FA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FF07233-DA78-AEA7-C891-A8C5DE83F5AA}"/>
              </a:ext>
            </a:extLst>
          </p:cNvPr>
          <p:cNvSpPr txBox="1"/>
          <p:nvPr/>
        </p:nvSpPr>
        <p:spPr>
          <a:xfrm>
            <a:off x="3971609" y="112402"/>
            <a:ext cx="1762021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减速转毒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6C4F46-AB8F-81CE-AD4B-00914A3D9477}"/>
              </a:ext>
            </a:extLst>
          </p:cNvPr>
          <p:cNvSpPr txBox="1"/>
          <p:nvPr/>
        </p:nvSpPr>
        <p:spPr>
          <a:xfrm>
            <a:off x="286131" y="44944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俗称蜗牛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A888C4-F82B-9D9A-BBD3-54DDED778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8" y="304658"/>
            <a:ext cx="3289469" cy="393085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D5D479B-FD75-AD47-9D45-33438E905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269" y="758999"/>
            <a:ext cx="6481141" cy="232209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81AE073-D293-2BB9-5F59-EF81337A7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269" y="3146378"/>
            <a:ext cx="6153466" cy="115575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4C8CC8D-08E5-5BAC-1B6F-81C502A46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269" y="4374809"/>
            <a:ext cx="7302875" cy="9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27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A50CC-4509-DDC7-FF38-87F6FC3AD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76208CC-F1EE-6F13-768C-CE10A71BA692}"/>
              </a:ext>
            </a:extLst>
          </p:cNvPr>
          <p:cNvSpPr txBox="1"/>
          <p:nvPr/>
        </p:nvSpPr>
        <p:spPr>
          <a:xfrm>
            <a:off x="3971609" y="112402"/>
            <a:ext cx="3916457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如果希望输出需要毒成长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E0C557-CBF8-716A-1F08-5032B69C9C8B}"/>
              </a:ext>
            </a:extLst>
          </p:cNvPr>
          <p:cNvSpPr txBox="1"/>
          <p:nvPr/>
        </p:nvSpPr>
        <p:spPr>
          <a:xfrm>
            <a:off x="286131" y="44944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俗称蜗牛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392FC6-9999-396E-D17C-B465CCC30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8" y="304658"/>
            <a:ext cx="3289469" cy="393085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4BBC10B-ED3D-4A8C-B068-F5089934E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397" y="887020"/>
            <a:ext cx="6820251" cy="10160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4219287-4755-15F3-0EFE-458C7913B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397" y="2078792"/>
            <a:ext cx="5283472" cy="100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89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3051</TotalTime>
  <Words>188</Words>
  <Application>Microsoft Office PowerPoint</Application>
  <PresentationFormat>宽屏</PresentationFormat>
  <Paragraphs>43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25</cp:revision>
  <dcterms:created xsi:type="dcterms:W3CDTF">2025-07-23T00:59:00Z</dcterms:created>
  <dcterms:modified xsi:type="dcterms:W3CDTF">2026-06-11T12:00:37Z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