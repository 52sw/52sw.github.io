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6" r:id="rId4"/>
    <p:sldId id="277" r:id="rId5"/>
    <p:sldId id="287" r:id="rId6"/>
    <p:sldId id="288" r:id="rId7"/>
    <p:sldId id="294" r:id="rId8"/>
    <p:sldId id="262" r:id="rId9"/>
    <p:sldId id="289" r:id="rId10"/>
    <p:sldId id="263" r:id="rId11"/>
    <p:sldId id="264" r:id="rId12"/>
    <p:sldId id="2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80" y="1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5" Type="http://schemas.openxmlformats.org/officeDocument/2006/relationships/image" Target="../media/image4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48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黄金起大型（上）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E79D4CAE-9BF5-D8D4-6D71-51AFBBA0BC30}"/>
              </a:ext>
            </a:extLst>
          </p:cNvPr>
          <p:cNvGrpSpPr/>
          <p:nvPr/>
        </p:nvGrpSpPr>
        <p:grpSpPr>
          <a:xfrm>
            <a:off x="2524121" y="217917"/>
            <a:ext cx="7143757" cy="6422166"/>
            <a:chOff x="2524121" y="141149"/>
            <a:chExt cx="7143757" cy="6422166"/>
          </a:xfrm>
        </p:grpSpPr>
        <p:pic>
          <p:nvPicPr>
            <p:cNvPr id="3" name="图片 2">
              <a:extLst>
                <a:ext uri="{FF2B5EF4-FFF2-40B4-BE49-F238E27FC236}">
                  <a16:creationId xmlns:a16="http://schemas.microsoft.com/office/drawing/2014/main" id="{B6815391-9408-C85C-545C-13F9CA7E6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524122" y="141149"/>
              <a:ext cx="7143756" cy="333692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92684399-63A4-7671-1941-8F7246D747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24121" y="3478077"/>
              <a:ext cx="7143755" cy="3085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948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151348" y="122866"/>
            <a:ext cx="422423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多上一些飞行物品</a:t>
            </a:r>
            <a:r>
              <a:rPr lang="en-US" altLang="zh-CN" sz="2400" dirty="0"/>
              <a:t>/</a:t>
            </a:r>
            <a:r>
              <a:rPr lang="zh-CN" altLang="en-US" sz="2400" dirty="0"/>
              <a:t>恐龙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如果用飞核最好能起飞飞核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注意他是被动伤害不吃暴击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B08F26-9A68-AF16-3275-8F81E2DB78AD}"/>
              </a:ext>
            </a:extLst>
          </p:cNvPr>
          <p:cNvSpPr txBox="1"/>
          <p:nvPr/>
        </p:nvSpPr>
        <p:spPr>
          <a:xfrm>
            <a:off x="214531" y="530877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俗称翼龙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3213376-F304-7DF9-FA0A-DAEA5BCFA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31" y="281553"/>
            <a:ext cx="3651438" cy="488340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4F49BD4-8857-811D-E4BE-BFBAA3981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348" y="2032001"/>
            <a:ext cx="2819545" cy="78109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40DB2F6-9435-AAD1-19A2-52C3C6D72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5808" y="2032001"/>
            <a:ext cx="2819545" cy="78109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0F9826F-CB75-14BC-1119-4396D8F2A0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6263" y="2813091"/>
            <a:ext cx="2819545" cy="78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225779" y="79511"/>
            <a:ext cx="4224233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是个核心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需要基础毒或毒成长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有上毒能力可以打爆发伤害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260666" y="52369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俗称毒核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1D18595-0D27-8921-D48E-0BC94DECEF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645"/>
          <a:stretch>
            <a:fillRect/>
          </a:stretch>
        </p:blipFill>
        <p:spPr>
          <a:xfrm>
            <a:off x="260666" y="244517"/>
            <a:ext cx="3683189" cy="323511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5315304-85E4-9BE8-FB08-B4FB022D6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66" y="3479630"/>
            <a:ext cx="3683189" cy="14176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8322BCE-775B-F981-DD19-984EC3881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780" y="1862073"/>
            <a:ext cx="6593598" cy="92660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BB97E9B5-636F-AEDE-E053-767681A703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25779" y="3726588"/>
            <a:ext cx="5407089" cy="101234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340F1AB1-FAE4-5E15-687A-9300E818D6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5779" y="4738928"/>
            <a:ext cx="5507365" cy="109255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988F2A40-BB4B-A524-5426-4CFAE9CF9C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4090" y="2788680"/>
            <a:ext cx="5597244" cy="939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16976-14F9-6834-CC90-BF0B12E6F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8B2698C9-E43D-591B-9AF3-3FF759DB67A9}"/>
              </a:ext>
            </a:extLst>
          </p:cNvPr>
          <p:cNvSpPr txBox="1"/>
          <p:nvPr/>
        </p:nvSpPr>
        <p:spPr>
          <a:xfrm>
            <a:off x="191982" y="5322902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俗称恐龙爸爸、爸爸暴龙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410644-61D0-8BE9-CB9F-8135EFF050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982" y="265534"/>
            <a:ext cx="3670489" cy="494690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56EC19D-9F0B-4DFA-5D57-4CF75305541D}"/>
              </a:ext>
            </a:extLst>
          </p:cNvPr>
          <p:cNvSpPr txBox="1"/>
          <p:nvPr/>
        </p:nvSpPr>
        <p:spPr>
          <a:xfrm>
            <a:off x="4065604" y="79511"/>
            <a:ext cx="7917552" cy="27973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吃伙伴、恐龙、遗物增伤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摧毁可以当作附赠的惊喜小效果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需要分运转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最好做暴击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双发爸爸龙可以炸两个（即使你仅比对面少一件物品）</a:t>
            </a:r>
            <a:endParaRPr lang="en-US" altLang="zh-CN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E853CBE-E4A5-C970-06DC-1C2E0AC61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524" y="158559"/>
            <a:ext cx="2938775" cy="19038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0C7871F5-C436-2462-FDF8-B7863C0FC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5604" y="2999686"/>
            <a:ext cx="6331275" cy="107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548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889B7-3F40-A6A6-C900-22C9ECBE5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6E633171-8B1F-102B-2B80-16C1F42D3A4B}"/>
              </a:ext>
            </a:extLst>
          </p:cNvPr>
          <p:cNvSpPr txBox="1"/>
          <p:nvPr/>
        </p:nvSpPr>
        <p:spPr>
          <a:xfrm>
            <a:off x="219980" y="563588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俗称王、多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664655C-1B3C-7967-B99C-7583CA61E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80" y="260560"/>
            <a:ext cx="3689540" cy="51628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6B40ECC-9395-3CC9-D210-B6269507E758}"/>
              </a:ext>
            </a:extLst>
          </p:cNvPr>
          <p:cNvSpPr txBox="1"/>
          <p:nvPr/>
        </p:nvSpPr>
        <p:spPr>
          <a:xfrm>
            <a:off x="4151722" y="0"/>
            <a:ext cx="4532010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尽可能做满暴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一定要双发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剩下格子提供异常和多余充能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力求一次出手把人打死</a:t>
            </a:r>
            <a:endParaRPr lang="en-US" altLang="zh-CN" sz="2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DE1D2AF-4122-4000-C152-8E0545989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7296" y="2243306"/>
            <a:ext cx="4789961" cy="92726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E0BD3102-6C59-167A-022A-BFD1D7E67E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7296" y="3170572"/>
            <a:ext cx="5157753" cy="121260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10A6B2A-CE37-8106-C762-E56271447B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7296" y="4383176"/>
            <a:ext cx="4544485" cy="954628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5BE09AFA-8659-9A01-C7A5-A601A74C80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7257" y="174124"/>
            <a:ext cx="3074763" cy="1986069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1B87C34-CEB3-FD86-ED4F-F17574F7EE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7296" y="5337804"/>
            <a:ext cx="7161490" cy="93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3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9B866-0D23-5A2D-B7EB-999C0C5ED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>
            <a:extLst>
              <a:ext uri="{FF2B5EF4-FFF2-40B4-BE49-F238E27FC236}">
                <a16:creationId xmlns:a16="http://schemas.microsoft.com/office/drawing/2014/main" id="{F7D74FBE-7173-49C0-3555-DFB7E75EAEBC}"/>
              </a:ext>
            </a:extLst>
          </p:cNvPr>
          <p:cNvSpPr txBox="1"/>
          <p:nvPr/>
        </p:nvSpPr>
        <p:spPr>
          <a:xfrm>
            <a:off x="219980" y="563588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767BD89-0902-34FD-807B-DCCD6AA3E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980" y="260560"/>
            <a:ext cx="3689540" cy="5162815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2CBD600-8715-8B0E-FFDB-E253E6DCD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188" y="167271"/>
            <a:ext cx="5438197" cy="95197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1CDDB96-DC13-D815-3057-E3AF5BBEC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8189" y="1119242"/>
            <a:ext cx="5010304" cy="12422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55F693-890B-EA69-CB26-3E1D21B8BD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8187" y="2361509"/>
            <a:ext cx="5438197" cy="8113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B47C0E08-712F-82C5-AE9C-F0434453F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8187" y="3172813"/>
            <a:ext cx="3972812" cy="98048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60990FA3-C38E-28F0-F17E-A6B24AC29E9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8187" y="4153298"/>
            <a:ext cx="6370182" cy="88170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08906E9-5252-C730-36D3-5A420BA0FEB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8188" y="5035002"/>
            <a:ext cx="7161490" cy="934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6800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312632" y="528480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俗称动能炮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4162957" y="52754"/>
            <a:ext cx="4839786" cy="22433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常用于飞核和全能核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增添大量运转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一般除了核心和动能炮上满小型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需要分一些运转</a:t>
            </a:r>
            <a:endParaRPr lang="en-US" altLang="zh-CN" sz="24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41AC25-93D0-20FB-BA6F-1A4BC7CF1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0" y="184026"/>
            <a:ext cx="3689540" cy="481354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D569A68-431C-B165-F451-694928402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9133" y="2374846"/>
            <a:ext cx="1898748" cy="105415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67B7E23-FF61-FAA9-B8A5-08B048D2A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7881" y="2368496"/>
            <a:ext cx="1683952" cy="106050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9BBDF0F-D6B8-29CB-2DA4-030A277C52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1667" y="2368496"/>
            <a:ext cx="1769636" cy="1060504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2E175F78-1AA3-3A11-1118-878AE35E91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0110" y="2362146"/>
            <a:ext cx="2361389" cy="10668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EEF2117D-F21E-30AE-64EE-5521F345F4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09133" y="3426415"/>
            <a:ext cx="1472992" cy="100163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D533D831-19D7-5CAD-F678-06CA60ED58B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78035" y="3426415"/>
            <a:ext cx="1417517" cy="1001634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E6DEEAB-B363-5F80-3844-11EAC9AEAB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35682" y="3417835"/>
            <a:ext cx="1515402" cy="1002313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8F24364D-B9C7-3020-24D7-9B9B9D445C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59205" y="3421088"/>
            <a:ext cx="1576645" cy="1001634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9D46B9E8-2317-B596-20DD-534360FAC88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4454" y="3417835"/>
            <a:ext cx="1517728" cy="1016052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050E0FE6-B7AE-2E3A-BDDA-D2C8D020E82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09133" y="4419114"/>
            <a:ext cx="1517728" cy="986228"/>
          </a:xfrm>
          <a:prstGeom prst="rect">
            <a:avLst/>
          </a:prstGeom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5382D557-927E-B136-5AB1-F172D0E37F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96997" y="4419114"/>
            <a:ext cx="1454030" cy="979245"/>
          </a:xfrm>
          <a:prstGeom prst="rect">
            <a:avLst/>
          </a:prstGeom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61978157-5B44-7C15-2B9F-F7A97EBFAB6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40288" y="4381658"/>
            <a:ext cx="1498524" cy="1023683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FB788124-A7C1-AB1E-C706-422EBEAFB4F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64454" y="4381012"/>
            <a:ext cx="1828407" cy="102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BEE5A-7DA3-F5B8-C40F-03983AB96B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CC15757-E654-BD41-7F42-612941553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39" y="156244"/>
            <a:ext cx="3664138" cy="512471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88303CE-F462-1C91-ED6E-EC76AD70C4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4372" y="156243"/>
            <a:ext cx="7875380" cy="85194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1C0DCF1-F099-C60B-0284-F8CFDDB06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4372" y="1279246"/>
            <a:ext cx="7620392" cy="133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617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162880" y="69568"/>
            <a:ext cx="1762021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是个核心</a:t>
            </a:r>
            <a:endParaRPr lang="en-US" altLang="zh-CN" sz="24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20444E0-6F4E-9852-46FB-3B3E3ECA430A}"/>
              </a:ext>
            </a:extLst>
          </p:cNvPr>
          <p:cNvSpPr txBox="1"/>
          <p:nvPr/>
        </p:nvSpPr>
        <p:spPr>
          <a:xfrm>
            <a:off x="199371" y="599601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俗称斗核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08DB80-CAE4-68F7-A6F3-E534FE6189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71" y="187233"/>
            <a:ext cx="3708591" cy="56454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AE9717D-2F6B-E81F-D393-E8CB47F217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2880" y="3692804"/>
            <a:ext cx="5157753" cy="1212603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151D827-E97D-9F4E-8523-381A06536B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2881" y="687348"/>
            <a:ext cx="4597483" cy="86049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8F2F16FC-200B-7CD1-CFA2-DCCB31D87A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2882" y="1547839"/>
            <a:ext cx="4811134" cy="85706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514A2D0-1F11-CC64-BDD0-3055C2FBA9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2880" y="4905407"/>
            <a:ext cx="4789961" cy="92726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B24D4895-018F-12E0-9102-589FA88CC2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2881" y="2343895"/>
            <a:ext cx="5840489" cy="134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083864" y="95277"/>
            <a:ext cx="3035831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配合大量伙伴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有着很惊人的</a:t>
            </a:r>
            <a:r>
              <a:rPr lang="en-US" altLang="zh-CN" sz="2400" dirty="0"/>
              <a:t>CDR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152876" y="5230830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俗称比尔、推土机、比尔王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1292780-09A3-08C1-D5A8-BDF4DC1F01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76" y="197003"/>
            <a:ext cx="3695890" cy="487705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F182455-59EC-887C-B816-1201D856F6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940" y="1286324"/>
            <a:ext cx="5016758" cy="126999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052C631-E7E8-8637-A1B7-F892888EB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940" y="2556323"/>
            <a:ext cx="5016758" cy="104145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D37E0B9-82F1-01E2-2043-DDD8E1B67C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6250" y="197003"/>
            <a:ext cx="2782874" cy="1817643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E61BDE1-5833-725B-AB19-864A17E1E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940" y="3597777"/>
            <a:ext cx="5287383" cy="1587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5031</TotalTime>
  <Words>191</Words>
  <Application>Microsoft Office PowerPoint</Application>
  <PresentationFormat>宽屏</PresentationFormat>
  <Paragraphs>33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8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51</cp:revision>
  <dcterms:created xsi:type="dcterms:W3CDTF">2025-07-23T00:59:00Z</dcterms:created>
  <dcterms:modified xsi:type="dcterms:W3CDTF">2026-07-17T14:47:53Z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