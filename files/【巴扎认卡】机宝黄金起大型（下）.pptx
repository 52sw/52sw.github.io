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77" r:id="rId4"/>
    <p:sldId id="287" r:id="rId5"/>
    <p:sldId id="288" r:id="rId6"/>
    <p:sldId id="294" r:id="rId7"/>
    <p:sldId id="262" r:id="rId8"/>
    <p:sldId id="289" r:id="rId9"/>
    <p:sldId id="264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黄金起大型（下）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267949" y="15307"/>
            <a:ext cx="299312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和一堆科技互相踩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后期容易火力不足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7722A8-E616-17E3-BAC4-36CFD1E8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0" y="353541"/>
            <a:ext cx="3695890" cy="46166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3BAB44-13F6-995B-B7D7-23463D424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451" y="1198769"/>
            <a:ext cx="6139833" cy="9970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1C62BF-CC1B-51B0-C82C-2247EFEBC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451" y="2168663"/>
            <a:ext cx="5409616" cy="9627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E133D4A-86E7-EB0D-D552-868726082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451" y="3111231"/>
            <a:ext cx="5241737" cy="94737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5541271-E4D3-BED1-6A9B-65161EAD9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451" y="3987828"/>
            <a:ext cx="5960293" cy="9824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818E1C6-AE66-0E94-96C5-80B76FB3E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9452" y="4970228"/>
            <a:ext cx="6163248" cy="9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225778" y="0"/>
            <a:ext cx="3343608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朴实无华的很多</a:t>
            </a:r>
            <a:r>
              <a:rPr lang="en-US" altLang="zh-CN" sz="2400" dirty="0"/>
              <a:t>CDR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能提供很多护盾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12372" y="50283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俗称浮艇、飞艇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F4A819-27D2-2C24-FA1A-FE06F8906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2" y="224880"/>
            <a:ext cx="3714941" cy="46039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C3B148D-80AE-0B55-0302-2BEDBD98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778" y="1135311"/>
            <a:ext cx="6460281" cy="31131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73D3A40-8CD7-C8F7-2511-E0ED9ED4B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778" y="4248469"/>
            <a:ext cx="6460281" cy="107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6976-14F9-6834-CC90-BF0B12E6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B2698C9-E43D-591B-9AF3-3FF759DB67A9}"/>
              </a:ext>
            </a:extLst>
          </p:cNvPr>
          <p:cNvSpPr txBox="1"/>
          <p:nvPr/>
        </p:nvSpPr>
        <p:spPr>
          <a:xfrm>
            <a:off x="259915" y="50406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俗称甲龙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6EC19D-9F0B-4DFA-5D57-4CF75305541D}"/>
              </a:ext>
            </a:extLst>
          </p:cNvPr>
          <p:cNvSpPr txBox="1"/>
          <p:nvPr/>
        </p:nvSpPr>
        <p:spPr>
          <a:xfrm>
            <a:off x="4084014" y="61101"/>
            <a:ext cx="391645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原始核可以用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中期可能可以提一提战力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4C4F01-A5C6-B381-E926-024E0ADF9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15" y="293880"/>
            <a:ext cx="3645087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4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89B7-3F40-A6A6-C900-22C9ECBE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E633171-8B1F-102B-2B80-16C1F42D3A4B}"/>
              </a:ext>
            </a:extLst>
          </p:cNvPr>
          <p:cNvSpPr txBox="1"/>
          <p:nvPr/>
        </p:nvSpPr>
        <p:spPr>
          <a:xfrm>
            <a:off x="173785" y="53378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俗称反物质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B40ECC-9395-3CC9-D210-B6269507E758}"/>
              </a:ext>
            </a:extLst>
          </p:cNvPr>
          <p:cNvSpPr txBox="1"/>
          <p:nvPr/>
        </p:nvSpPr>
        <p:spPr>
          <a:xfrm>
            <a:off x="4151722" y="0"/>
            <a:ext cx="4023858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用一堆科技去引爆反物质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一般常见于数值核</a:t>
            </a:r>
            <a:r>
              <a:rPr lang="en-US" altLang="zh-CN" sz="2400" dirty="0"/>
              <a:t>/</a:t>
            </a:r>
            <a:r>
              <a:rPr lang="zh-CN" altLang="en-US" sz="2400" dirty="0"/>
              <a:t>科技套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268F38-8564-638A-CFEE-7C7CDE0C9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5" y="246187"/>
            <a:ext cx="3657788" cy="49215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363A52-92BF-A0D7-C5A3-96DBC56E4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37" y="1184408"/>
            <a:ext cx="5054006" cy="8841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74D4E3D-08E0-2BCA-C930-3CD6689DD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836" y="2061493"/>
            <a:ext cx="5771540" cy="9544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DA590AA-41F6-5FB4-DD49-73C96C64C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835" y="3015974"/>
            <a:ext cx="5211627" cy="100223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65F396C-5A0A-ECF7-7284-469669703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835" y="4018210"/>
            <a:ext cx="5466787" cy="88828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277EDDA-4BE0-C680-815F-928B75A829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835" y="4906495"/>
            <a:ext cx="6987373" cy="98349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FB8D6A5-A868-7E6D-D41E-96B3549EEC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5268" y="233513"/>
            <a:ext cx="2912947" cy="155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B866-0D23-5A2D-B7EB-999C0C5E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7D74FBE-7173-49C0-3555-DFB7E75EAEBC}"/>
              </a:ext>
            </a:extLst>
          </p:cNvPr>
          <p:cNvSpPr txBox="1"/>
          <p:nvPr/>
        </p:nvSpPr>
        <p:spPr>
          <a:xfrm>
            <a:off x="219980" y="507742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俗称太阳能、农场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CBD600-8715-8B0E-FFDB-E253E6DC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47" y="1269351"/>
            <a:ext cx="5438197" cy="9519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0687684-66E4-CEBF-D8AA-3C72F3DD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80" y="297055"/>
            <a:ext cx="3657788" cy="45087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0ABF2A4-8D18-9FE5-95CA-36BD8601441E}"/>
              </a:ext>
            </a:extLst>
          </p:cNvPr>
          <p:cNvSpPr txBox="1"/>
          <p:nvPr/>
        </p:nvSpPr>
        <p:spPr>
          <a:xfrm>
            <a:off x="4151722" y="0"/>
            <a:ext cx="2377574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补一点频率</a:t>
            </a:r>
            <a:endParaRPr lang="en-US" altLang="zh-CN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2EC6DDE-7C4C-BF86-1922-D8D7F0435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847" y="2221321"/>
            <a:ext cx="5753255" cy="18515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3068527-34D2-C648-0791-E7C0C971A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847" y="4072876"/>
            <a:ext cx="6146018" cy="137388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6C30DBA-3793-0C99-0225-FB9DDACE9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070" y="103871"/>
            <a:ext cx="2578720" cy="165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8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312632" y="528480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俗称妈妈龙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162957" y="52754"/>
            <a:ext cx="360868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配合摧毁进行伤害增幅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D43158-324A-C6FA-230D-9DE42EF5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7" y="147392"/>
            <a:ext cx="3689540" cy="51374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2D78A3B-9C67-2EBF-39B0-ED23C37BE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957" y="711419"/>
            <a:ext cx="6822117" cy="12455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6BE852F-6AC5-F175-AB59-299DB45976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13"/>
          <a:stretch>
            <a:fillRect/>
          </a:stretch>
        </p:blipFill>
        <p:spPr>
          <a:xfrm>
            <a:off x="4162957" y="1956951"/>
            <a:ext cx="6822117" cy="13345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DB13AF1-BE08-5458-14EB-0D4FA63B0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956" y="3291479"/>
            <a:ext cx="6822117" cy="105685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C0B1D53-2566-06BA-4636-80BE41390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955" y="4348339"/>
            <a:ext cx="5465861" cy="139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EE5A-7DA3-F5B8-C40F-03983AB9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C36CEEF-354A-E703-0F6E-E7E7DEFB4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" y="242864"/>
            <a:ext cx="3645087" cy="46293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B173F0-1092-3764-A999-39703B6D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794" y="111287"/>
            <a:ext cx="2853386" cy="18218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87E5C3F-B2E4-202B-79ED-9F8851706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405" y="1977145"/>
            <a:ext cx="5651508" cy="100131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34600EE-EE75-48D3-5A55-01C652CCA4DD}"/>
              </a:ext>
            </a:extLst>
          </p:cNvPr>
          <p:cNvSpPr txBox="1"/>
          <p:nvPr/>
        </p:nvSpPr>
        <p:spPr>
          <a:xfrm>
            <a:off x="4162957" y="52754"/>
            <a:ext cx="299312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配合高频中大物品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记得养基础攻</a:t>
            </a:r>
            <a:endParaRPr lang="en-US" altLang="zh-CN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7FDACCD-FAD9-AFC9-1921-985173EBF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405" y="2978463"/>
            <a:ext cx="5725151" cy="167264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9DBDB9F-1D3B-22F3-E090-420D3D2A4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405" y="4651105"/>
            <a:ext cx="5725151" cy="12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1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083864" y="95277"/>
            <a:ext cx="2069797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配合盾物品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152876" y="44637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俗称地堡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3F2572-DDCE-B229-DEB7-EAAC27636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3" y="302417"/>
            <a:ext cx="3683189" cy="40070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04A4949-C374-FE5D-FD95-5B6ED8B5F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779" y="765746"/>
            <a:ext cx="5935250" cy="14558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1C7523E-865B-B5A8-E97E-97E7761E8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779" y="2221562"/>
            <a:ext cx="6308383" cy="13569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C6158CA-0CF6-C240-2167-3CEE3256A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780" y="3578501"/>
            <a:ext cx="6509850" cy="10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5199</TotalTime>
  <Words>98</Words>
  <Application>Microsoft Office PowerPoint</Application>
  <PresentationFormat>宽屏</PresentationFormat>
  <Paragraphs>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67</cp:revision>
  <dcterms:created xsi:type="dcterms:W3CDTF">2025-07-23T00:59:00Z</dcterms:created>
  <dcterms:modified xsi:type="dcterms:W3CDTF">2026-07-18T16:05:13Z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